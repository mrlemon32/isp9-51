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A6D75-9766-A56E-5E74-8414C9B23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CFB632-E200-B240-77F4-DD024ECA4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86E14-7085-D761-D883-9334C833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C3DC97-4F59-9235-1C81-89873A6A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68DC66-318D-0346-BB7D-97A6D432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1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92BC5-97A8-3E04-B41B-442C17C2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F86B9-E6AE-B4CC-E9FE-F8B89E89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91C2E-D9AC-3119-3BD3-F43E2D04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6D8EBC-984D-7305-46CD-06C1CF94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C3DD80-A6D3-2E90-CB4F-8952F4A3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60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33C70-CC93-9256-5E74-E58D6F11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80977C-3E3C-0971-141E-0561D3519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64560D-977D-44F0-DC6F-72AC2C4D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0D69A-294D-76CD-344A-8B5FC200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7A68EC-8EE6-71ED-683F-CBF023B4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72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A0102-E8A3-F2B5-D13E-1BA12FCE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6CDBF6-0A54-C398-5A9E-A85ED0B90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2BFA-ED31-5F1F-D689-A7322EC57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AEC70B-ED86-8616-6E1F-160C654D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746311-93FB-DAED-5A66-48DA3A3C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F8E3AD-D80E-B06B-CC4B-214E1E0A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55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13C51-6254-55E6-AF19-588AA82D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62B0FF-4FC1-86C1-FA12-024EDD28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7E1B5-BC76-32AC-8388-F6316B515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65EDC9-1E9E-57C1-DCE1-7211522DD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096461-2487-5D17-AEE3-6AEA467FC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D6966B-3141-828B-5252-6C6FB514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DC3743-47C9-8CD7-F004-11E0DCA9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603A2-446F-14DF-3913-11977BC4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34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DD074-C33A-B935-D5DA-6B85A0A4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5D2527-8896-97D1-BCE4-B3F1DBBA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E62CF8-35F1-AF7C-C75E-323F344C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99CB97-AF4F-FCC3-0457-662EB8FF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57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A5BE5A-596A-894C-97A1-1961FC9E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39FFA6-2EC4-762D-4596-41FB9E01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13EF94-DB25-1FA3-FF96-DA3399E5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81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D610-DE3A-4225-31B2-24B78F0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E0962-358E-E55A-B8CC-CD0656D2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31783B-C1B4-5B11-6C67-6A95699E6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BDA3C8-6F3C-C63B-07C2-90500486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F42ABD-EB3C-CF53-BC25-04011E5A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DD3057-906C-6E72-93DE-915446FD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91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91794-D0A2-E184-A6E4-ACC8785A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84699C-4FD3-BACB-91B4-EF95BD165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5771F7-0094-E6C2-0113-6211C1AAF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E1DECE-571E-4133-AF53-146A802E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01DDF5-50CA-ABB8-B872-375B77D4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A80236-B97E-A6F5-D529-012FC6C3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7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2AB9E-57F9-D7DB-6570-E745147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43BBF3-1661-8C14-7AC5-973CBA3E8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DF1F57-4213-7371-F2A9-FF10FBFF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AECCF-FB62-E525-43F8-94D5CC44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CC0A92-110D-BDF5-CA7D-C8D9E750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55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5D7122-75A2-4DAA-0B8E-A6D04B1BF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598F9A-241E-7F70-C244-2941BCD0F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85D671-5080-39EE-94D8-20A25EE4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0CE1CC-F806-3F62-ACC9-C4D95C52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75ED4-C42C-C179-A9E3-FD05C92A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2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A2CB8-DA91-D857-D61C-96715D2C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FADA41-F13F-E467-AB46-6527C6781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521D17-5243-46E4-7272-40D8BCE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0494BD-866A-FDB4-9DC6-93A110048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9DD05-FDB5-1064-40A3-93691983A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88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титул">
            <a:extLst>
              <a:ext uri="{FF2B5EF4-FFF2-40B4-BE49-F238E27FC236}">
                <a16:creationId xmlns:a16="http://schemas.microsoft.com/office/drawing/2014/main" id="{4A3E707C-86DD-61CD-367C-4ECC810D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85" y="342448"/>
            <a:ext cx="5929630" cy="10877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999E9-09D1-9DD4-D8E7-C5603426D121}"/>
              </a:ext>
            </a:extLst>
          </p:cNvPr>
          <p:cNvSpPr txBox="1"/>
          <p:nvPr/>
        </p:nvSpPr>
        <p:spPr>
          <a:xfrm>
            <a:off x="3046640" y="2763504"/>
            <a:ext cx="6098720" cy="103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Отчет по практической работе №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Дисциплина: 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DB062-9BB4-0963-4062-399A12327194}"/>
              </a:ext>
            </a:extLst>
          </p:cNvPr>
          <p:cNvSpPr txBox="1"/>
          <p:nvPr/>
        </p:nvSpPr>
        <p:spPr>
          <a:xfrm>
            <a:off x="713014" y="4162536"/>
            <a:ext cx="10765972" cy="235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Выполнили: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группы 2ИСП9-51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Новиков Д. 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266001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Москва, 2025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377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Широкоэкранный</PresentationFormat>
  <Paragraphs>9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Новиков</dc:creator>
  <cp:lastModifiedBy>Дмитрий Новиков</cp:lastModifiedBy>
  <cp:revision>1</cp:revision>
  <dcterms:created xsi:type="dcterms:W3CDTF">2025-11-17T09:03:37Z</dcterms:created>
  <dcterms:modified xsi:type="dcterms:W3CDTF">2025-11-17T09:03:50Z</dcterms:modified>
</cp:coreProperties>
</file>