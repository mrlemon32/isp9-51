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09D66-1FDD-0215-FAB3-AC3893D80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B37C2F-195C-E0BE-013F-C95863725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C6F084-A95C-EED7-0B66-1539A656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7F144-1EE4-6761-AE60-946AF826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22B52F-7852-B8D4-AA23-BDB75465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02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BC005-00C6-A086-243B-1F5304BF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B4FC1-639A-B0BF-35F1-918B70ED4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809FAD-5FE4-3281-177C-11009A8B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D2EEAF-61DD-B963-8BB7-7AD9FF9A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0DA007-17EF-AF96-002B-7A845946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5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F889D-5D61-9C3A-16DB-22D09793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88AE09-ADAE-2089-155E-F41BF2F0B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1976B7-9DC0-E6D1-358A-14BC8166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D9845B-6D89-BB50-543D-055ECAA3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6F57E3-CEBC-31BA-BAC2-87759832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89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B260E-E449-88E9-3E68-D4AD9886F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4BF5E-3736-121C-7740-59F6A98D3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484237-DC81-3994-09AE-ED2A4A7A4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4CD89B-B85C-AC61-D125-C784F3AF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6049AB-110A-8C18-06B2-90A8738F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B88081-5E06-B1BB-E57A-3378CEF5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33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AED21-9ADB-33F5-D192-E479856C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3BC97D-8B76-4677-0554-293EA31EE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DA6224-C494-114D-78CD-2D3868860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3481B1-257A-8FCD-FD0A-B2399FCAD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ABF0BE-5E4E-CE7A-290F-8FAA60684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7C84F2-8336-D525-4C45-1BF3E582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BEE542-2D8B-C609-6D4F-7E42202A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F49B33-C9D7-15DD-8B24-B61A53F8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62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412FD-121F-A17B-D4CE-C275B4D6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1045E8-1A7A-045E-CDF3-651A6963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EB6AD8-E1D7-DFF5-276D-4F4047CC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1839B2-645C-FA0D-EB7F-CE744767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90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62D02F-F760-B140-671F-4BBA46FE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92495C-B967-C24F-8C5D-4BD35805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66A2A9-B1C4-A440-E876-10035D61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90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D71E0-C135-E9D9-8BB0-8C231F77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5FBBC-07E8-F2B3-86DB-047CD7E61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B82438-36D0-8F3C-50DA-3F704222F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E4DC98-0042-CBD9-018C-887C47F7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0630C9-DD65-1F4D-C6E7-5E4D84FE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12F720-2C71-E787-5F14-CA6A80A7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8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B3C79-9AA7-D959-9482-8B81E728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0EC5B63-8067-A524-AC1A-E04D51B01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2F267-6948-E2B3-C71F-CEE55A137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21F615-52B9-333C-DECE-FC62B861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AA9A5E-346C-550A-D701-D81B56B8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C5DE50-1988-37EE-52D4-DAD83AEC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936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3A7F3-A5D6-3F34-0454-6E56F6E3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7D2952-994F-19B2-BFE9-6332225C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88709E-6CF7-906E-B309-0A18D226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F57FF2-F2A7-DF03-07F5-B18C1B71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5BFC12-F4C1-3C4B-ADD0-EEBB18A4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99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8B5307-9D76-5312-115F-D1CDFC8F6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93BF24-C054-9CC6-2DAF-AC169AD1F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4E947D-2638-CFC5-D521-BB7E7DBC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CE2391-E70F-1469-BBE9-96DF49CB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09CF1D-1A70-CF9E-D89E-FB9BF1F3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56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B4062-25D8-4A60-14A7-01DF50B3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5725C1-E055-FC64-40EB-FB515B56C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690EA-E25F-85CB-1AF0-7BE99716E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BBC66-375E-46F3-9831-4AB1A0F8ED13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554298-03D7-C9A6-2931-47775BD4A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A01EAB-3E5D-4B31-8C1A-B1EC5353D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361F3-0A2F-4D5A-8D1A-369719086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23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D972-D02E-90BA-E6E2-84C10ED3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198" y="1655763"/>
            <a:ext cx="11531600" cy="2387600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дизайна приложений в соответствие техническому заданию. Изменение элементов дизайна.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E2B3E7-27A9-1D8B-A54E-9E6CE8B91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198" y="4135437"/>
            <a:ext cx="11531600" cy="2387599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группы 2ИСП9-51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Новиков Д. А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Панасюк Д. В.</a:t>
            </a:r>
          </a:p>
          <a:p>
            <a:pPr algn="r"/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Паевский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М. Д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2025г</a:t>
            </a:r>
          </a:p>
        </p:txBody>
      </p:sp>
      <p:pic>
        <p:nvPicPr>
          <p:cNvPr id="4" name="Рисунок 3" descr="титул">
            <a:extLst>
              <a:ext uri="{FF2B5EF4-FFF2-40B4-BE49-F238E27FC236}">
                <a16:creationId xmlns:a16="http://schemas.microsoft.com/office/drawing/2014/main" id="{AF49F83F-50AF-8EE0-C600-76F38FDED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2" y="393838"/>
            <a:ext cx="11531598" cy="21079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3624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94D28-74B4-309D-D19B-EF4A6344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Создание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D9481C-07D1-FEAB-711C-791F3E0E3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"Начнем с формализации взаимодействия пользователей с нашим приложением. Для этого мы разработали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-Case диаграмму.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Определить ключевые сценарии использования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роли действующих лиц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actors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в системе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EventWave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indent="0">
              <a:buNone/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выделили двух основных акторов: Пользователь (наш клиент и партнер) и Администратор (управляет контентом).</a:t>
            </a:r>
          </a:p>
          <a:p>
            <a:pPr marL="0" indent="0">
              <a:buNone/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Диаграмма наглядно показывает все функциональные возможности приложения с точки зрения конечного пользователя и служит фундаментом для дальнейшего проектирования."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4AA87E6-4BE9-38D6-83A8-6206063C2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35525"/>
              </p:ext>
            </p:extLst>
          </p:nvPr>
        </p:nvGraphicFramePr>
        <p:xfrm>
          <a:off x="6935258" y="1514746"/>
          <a:ext cx="4418542" cy="4973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97674" imgH="5737754" progId="Visio.Drawing.15">
                  <p:embed/>
                </p:oleObj>
              </mc:Choice>
              <mc:Fallback>
                <p:oleObj name="Visio" r:id="rId2" imgW="5097674" imgH="573775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35258" y="1514746"/>
                        <a:ext cx="4418542" cy="4973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36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94D28-74B4-309D-D19B-EF4A6344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Создание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ERD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B728B86-45A1-9028-A6A1-60984CEDDF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395790"/>
              </p:ext>
            </p:extLst>
          </p:nvPr>
        </p:nvGraphicFramePr>
        <p:xfrm>
          <a:off x="838200" y="1690688"/>
          <a:ext cx="3378000" cy="4584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994947" imgH="9494449" progId="Visio.Drawing.15">
                  <p:embed/>
                </p:oleObj>
              </mc:Choice>
              <mc:Fallback>
                <p:oleObj name="Visio" r:id="rId2" imgW="6994947" imgH="9494449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1690688"/>
                        <a:ext cx="3378000" cy="4584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Объект 2">
            <a:extLst>
              <a:ext uri="{FF2B5EF4-FFF2-40B4-BE49-F238E27FC236}">
                <a16:creationId xmlns:a16="http://schemas.microsoft.com/office/drawing/2014/main" id="{BCACFA80-01E4-706A-A914-A240F70A2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3" y="1690688"/>
            <a:ext cx="6104467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"Следующий шаг — проектирование структуры данных. Мы создали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(ERD).</a:t>
            </a:r>
          </a:p>
          <a:p>
            <a:pPr marL="0" indent="0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Спроектировать надежную и логичную структуру базы данных, которая будет хранить всю информацию о событиях и пользователях.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определили ключевые сущности: Пользователь, Событие, Категория (тип события), Организатор, Площадка и Регистрация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Установили связи между сущностями: "Организатор создает одно или много Событий", «одно или несколько Событий принадлежит одной или нескольким Пользователям" и т. д..</a:t>
            </a:r>
          </a:p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ERD-диаграмма стала четкой схемой для следующего этапа — подготовки и наполнения базы данных."</a:t>
            </a:r>
            <a:endParaRPr lang="ru-RU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7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94D28-74B4-309D-D19B-EF4A6344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</a:t>
            </a:r>
            <a:r>
              <a:rPr lang="ru-RU" dirty="0"/>
              <a:t> данных для БД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81FBF6-B9FA-6844-0898-8F5E3A0AD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031" y="2523068"/>
            <a:ext cx="4702632" cy="33914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313EE4-F5C7-C60E-96EF-1FC5B9AAF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296" y="641624"/>
            <a:ext cx="3152541" cy="52728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B025156-EDBB-CD6B-A335-BDD043602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63183"/>
            <a:ext cx="1953756" cy="415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3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26850C-2AB5-2C3F-2BF0-63F19466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3269" y="5420677"/>
            <a:ext cx="2356906" cy="7598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EA69AF-377E-CA4D-39CA-1C6669F8E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268" y="211667"/>
            <a:ext cx="2347206" cy="17441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C4F2D15-4572-DFFF-F3C5-D6E89EB5C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268" y="2175933"/>
            <a:ext cx="2356907" cy="2766064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5A2FFC9F-9A68-473F-2844-DD7E47BF1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26" y="2506662"/>
            <a:ext cx="822430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ERD мы создали физическую базу данных в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Exel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Сгенерировали тестовый набор данных, включающий в себя различные данные, соответствующие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ERD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диаграмме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события заполнили все обязательные поля: точные названия, подробные описания, адреса (для интеграции с картами), даты, цены и ссылки на билеты.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 Готовая база данных с каталогом событий, которая позволяет перейти к визуализации и разработке интерфейсов."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3C9A27AE-C697-FCA1-6664-2A128BAF1DC5}"/>
              </a:ext>
            </a:extLst>
          </p:cNvPr>
          <p:cNvSpPr txBox="1">
            <a:spLocks/>
          </p:cNvSpPr>
          <p:nvPr/>
        </p:nvSpPr>
        <p:spPr>
          <a:xfrm>
            <a:off x="641527" y="1126701"/>
            <a:ext cx="8224308" cy="1379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"Чтобы наше приложение было живым и полезным, его нужно наполнить реальными данными. Мы перешли к этапу их подготовки.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Создать и заполнить базу данных релевантными событиями в соответствии с тематикой и структурой, определенной на ERD.</a:t>
            </a:r>
          </a:p>
        </p:txBody>
      </p:sp>
    </p:spTree>
    <p:extLst>
      <p:ext uri="{BB962C8B-B14F-4D97-AF65-F5344CB8AC3E}">
        <p14:creationId xmlns:p14="http://schemas.microsoft.com/office/powerpoint/2010/main" val="270898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94D28-74B4-309D-D19B-EF4A6344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</a:t>
            </a:r>
            <a:r>
              <a:rPr lang="ru-RU" dirty="0"/>
              <a:t> в </a:t>
            </a:r>
            <a:r>
              <a:rPr lang="en-US" dirty="0"/>
              <a:t>Figma</a:t>
            </a:r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D9481C-07D1-FEAB-711C-791F3E0E3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6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94D28-74B4-309D-D19B-EF4A6344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r>
              <a:rPr lang="ru-RU" dirty="0"/>
              <a:t> в </a:t>
            </a:r>
            <a:r>
              <a:rPr lang="en-US" dirty="0" err="1"/>
              <a:t>FlutterFlow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D9481C-07D1-FEAB-711C-791F3E0E3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3791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349</Words>
  <Application>Microsoft Office PowerPoint</Application>
  <PresentationFormat>Широкоэкранный</PresentationFormat>
  <Paragraphs>29</Paragraphs>
  <Slides>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Тема Office</vt:lpstr>
      <vt:lpstr>Visio</vt:lpstr>
      <vt:lpstr>Разработка дизайна приложений в соответствие техническому заданию. Изменение элементов дизайна.</vt:lpstr>
      <vt:lpstr>1. Создание Use-case диаграммы</vt:lpstr>
      <vt:lpstr>2. Создание ERD диаграммы</vt:lpstr>
      <vt:lpstr>3. Создание данных для БД</vt:lpstr>
      <vt:lpstr>Презентация PowerPoint</vt:lpstr>
      <vt:lpstr>4. Прототип в Figma </vt:lpstr>
      <vt:lpstr>5. Проектирование в FlutterFlow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Новиков</dc:creator>
  <cp:lastModifiedBy>Дмитрий Новиков</cp:lastModifiedBy>
  <cp:revision>4</cp:revision>
  <dcterms:created xsi:type="dcterms:W3CDTF">2025-10-13T13:15:11Z</dcterms:created>
  <dcterms:modified xsi:type="dcterms:W3CDTF">2025-10-13T14:11:10Z</dcterms:modified>
</cp:coreProperties>
</file>