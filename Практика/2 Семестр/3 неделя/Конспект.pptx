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649D51-CF5D-428A-88CE-57EB806AF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DA1E9E-AFF4-499D-82DE-83D77F505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49E440-E9AD-4E6A-BA83-2EEAA319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CC94-78A8-45C0-96DC-8CDA5C0E9CA3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980E0D-A3A7-4612-BEA8-C3853E90E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BA4282-2568-4103-A849-85D463551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418F0-C53D-4012-B419-C8B9A85BB9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101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2C0C42-F95A-49AF-A0FB-A8D1F8334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AA3938-283A-4DA7-8FD1-D07E395A4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0A87CA-4AA0-43FC-B8CF-928278130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CC94-78A8-45C0-96DC-8CDA5C0E9CA3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901EB1-1D98-462C-900E-95831E7D8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CAD911-81FA-44C6-BEFC-426E2C5B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418F0-C53D-4012-B419-C8B9A85BB9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756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2EF97F-51F2-4D33-BBF7-79D43B492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B0D0E5-F46D-4C8B-9CD3-69A5F11D8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86DCDC-6C3B-47F7-A87B-BE4563CDC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CC94-78A8-45C0-96DC-8CDA5C0E9CA3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A0E22C9-A1F4-4CE0-A883-33AECEFC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723E8D-F672-4A9A-B9BF-4CEE30E4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418F0-C53D-4012-B419-C8B9A85BB9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18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04B2A3-A7B9-4AA8-96D5-E97C6A68B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7A80ED-DB88-439A-9216-C96C01081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AC43C1-6F2E-4240-AD66-09555D60B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A0630A-D48E-4F85-903E-669758F3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CC94-78A8-45C0-96DC-8CDA5C0E9CA3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ADA366-72A3-488A-B27D-631A6EBC2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82FE2F-1C2C-4915-BAC4-16D26B42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418F0-C53D-4012-B419-C8B9A85BB9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583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37D4F8-1879-4843-B5D3-18A43F944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9AD50D-3453-44E6-B56A-2409F4BD0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B219E5-F398-4522-838F-1E5BF0483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3C00EEC-FFE9-47D9-967C-9B7047EFD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81583D5-282D-4E0C-89E8-E5D54C3F2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ABB1F52-1E1F-41B7-84AF-7894BA401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CC94-78A8-45C0-96DC-8CDA5C0E9CA3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68740CA-BAF8-4C84-8E3F-0C4AACB2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6CC45E5-4976-4D11-B8D1-6219438BC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418F0-C53D-4012-B419-C8B9A85BB9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00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E4A823-379B-4214-8502-43B9DBFD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F4F004-5BA4-4590-9EC7-279AF5887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CC94-78A8-45C0-96DC-8CDA5C0E9CA3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C43F72-63B0-47D5-A63F-5D0EEE014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911CB14-D9E4-4891-BD47-C572E265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418F0-C53D-4012-B419-C8B9A85BB9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998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A2F11BD-D7C0-4ECB-9B66-7DEEA4AAF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CC94-78A8-45C0-96DC-8CDA5C0E9CA3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A3AAFBD-5929-4613-B423-7A1910FEC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90AA558-B1E9-43A4-A6B1-902CA4FE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418F0-C53D-4012-B419-C8B9A85BB9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25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042F7-DC16-42D8-B2D7-4C004DBA4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8E1EC4-C459-4230-A38F-0FDC55191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BB845A-FF0A-4BA5-A898-1F81215D6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E4DEBD-475D-4487-B75B-FA6F056ED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CC94-78A8-45C0-96DC-8CDA5C0E9CA3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F45A98-0E8C-41A8-8072-C3E5DAEAD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A59AEFC-7A27-4075-8A67-2F0266C9B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418F0-C53D-4012-B419-C8B9A85BB9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566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8712C-B299-486E-9566-A39ED2BD9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D647C6B-D5AE-46F6-B2FF-E655DCBED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B31940-CA97-42FD-AA7F-CB76E9ED4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52A51DD-0D66-47FF-9E13-56E86B9D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CC94-78A8-45C0-96DC-8CDA5C0E9CA3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E3DCB1-0918-4F6C-BB9F-0A0CB791E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C531CA-0EBD-4207-B4E6-BEF5E0AB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418F0-C53D-4012-B419-C8B9A85BB9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338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647F7F-4D0D-45D9-83FC-D1964C367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B1DB13-4D9C-4DAD-A804-7254273D66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B1E6E1-848C-4147-B5B7-522BCC68A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CC94-78A8-45C0-96DC-8CDA5C0E9CA3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CFD608-8D7A-4E06-A127-3008BDD3D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3ED42D-C076-45B0-B3A6-E5060ED93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418F0-C53D-4012-B419-C8B9A85BB9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8169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D5D077C-C028-45AD-B7F2-A3BAF8775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2118A9D-EBE4-4135-920A-1388793D5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6327F8-BB2F-4439-A551-6ABF7585F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6CC94-78A8-45C0-96DC-8CDA5C0E9CA3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754076-8102-4468-AAFF-39236AFA3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E49F61-1BB1-443D-87AF-4DE3D7587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418F0-C53D-4012-B419-C8B9A85BB9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608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AB2F3-C53A-403F-8E39-62F0170D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1AEEA2-712C-4CED-9CCA-236BB536F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EAD651-27CC-4491-A2F0-642CB606E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6CC94-78A8-45C0-96DC-8CDA5C0E9CA3}" type="datetimeFigureOut">
              <a:rPr lang="ru-RU" smtClean="0"/>
              <a:t>31.01.2024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71E107-3514-4EE6-A102-003B4B529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D13F7B-A0E7-4A6A-AFC9-41C81534F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418F0-C53D-4012-B419-C8B9A85BB9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559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FD30C33-1CCD-4003-A91D-CC9C46411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7287FB-6FD2-461D-950A-E68327ECA63C}"/>
              </a:ext>
            </a:extLst>
          </p:cNvPr>
          <p:cNvSpPr txBox="1"/>
          <p:nvPr/>
        </p:nvSpPr>
        <p:spPr>
          <a:xfrm>
            <a:off x="-247650" y="2124075"/>
            <a:ext cx="670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Проверка компьютера на наличие вирусов и</a:t>
            </a:r>
            <a:br>
              <a:rPr lang="ru-RU" sz="36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36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шпионских программ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693988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4A8A955-8836-4E6F-9933-1B46529BE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9AF9BC-5E7D-4485-B2E6-861B45C437DF}"/>
              </a:ext>
            </a:extLst>
          </p:cNvPr>
          <p:cNvSpPr txBox="1"/>
          <p:nvPr/>
        </p:nvSpPr>
        <p:spPr>
          <a:xfrm>
            <a:off x="6343650" y="1057276"/>
            <a:ext cx="5467350" cy="4563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По среде обитания вирусы можно разделить на такие виды:</a:t>
            </a:r>
            <a:b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1. Загрузочные вирусы.</a:t>
            </a:r>
            <a:b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2. Файловые вирусы.</a:t>
            </a:r>
            <a:b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3. </a:t>
            </a:r>
            <a:r>
              <a:rPr lang="ru-RU" sz="2800" dirty="0" err="1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Файлово</a:t>
            </a:r>
            <a: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-загрузочные вирусы.</a:t>
            </a:r>
            <a:b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4. Сетевые вирусы.</a:t>
            </a:r>
            <a:b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5. Документные вирусы.</a:t>
            </a:r>
            <a:b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42600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023A0D0-92A5-48F1-9A1C-38C4E4408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0ABEAE-288B-4A1A-99C8-3179D5B5CB2F}"/>
              </a:ext>
            </a:extLst>
          </p:cNvPr>
          <p:cNvSpPr txBox="1"/>
          <p:nvPr/>
        </p:nvSpPr>
        <p:spPr>
          <a:xfrm>
            <a:off x="6372225" y="2009775"/>
            <a:ext cx="5638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По методу существования в компьютерной среде вирусы делятся на такие виды:</a:t>
            </a:r>
            <a:b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1. Резидентные</a:t>
            </a:r>
            <a:b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2. Нерезидентные</a:t>
            </a:r>
            <a:br>
              <a:rPr lang="ru-RU" sz="2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041640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1AB645A-BD01-4028-B280-11E4DC5B9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CA93CB-B256-45E7-AF29-3F60F7384720}"/>
              </a:ext>
            </a:extLst>
          </p:cNvPr>
          <p:cNvSpPr txBox="1"/>
          <p:nvPr/>
        </p:nvSpPr>
        <p:spPr>
          <a:xfrm>
            <a:off x="257175" y="1166842"/>
            <a:ext cx="62007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Резидентный вирус, будучи вызван запуском зараженной программы, остается в памяти</a:t>
            </a:r>
            <a:b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даже после ее завершения. Он может создавать дополнительные процессы в памяти</a:t>
            </a:r>
            <a:b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компьютера, расходуя ресурсы. Может заражать другие запущенные программы, искажая их</a:t>
            </a:r>
            <a:b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функциональность. Может “наблюдать” за действиями пользователя, сохраняя информацию</a:t>
            </a:r>
            <a:b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о его действиях, введенных паролях, посещенных сайтах и т.д.</a:t>
            </a:r>
          </a:p>
          <a:p>
            <a:endParaRPr lang="ru-RU" dirty="0">
              <a:solidFill>
                <a:srgbClr val="333333"/>
              </a:solidFill>
              <a:latin typeface="Helvetica" panose="020B0604020202020204" pitchFamily="34" charset="0"/>
              <a:ea typeface="Calibri" panose="020F0502020204030204" pitchFamily="34" charset="0"/>
            </a:endParaRPr>
          </a:p>
          <a:p>
            <a: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Нерезидентный вирус является неотъемлемой частью зараженной программы и может</a:t>
            </a:r>
            <a:b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функционировать только во время ее работы.</a:t>
            </a:r>
            <a:b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b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1708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74D761C-AF47-4FBC-93BD-CC80BB1D6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1CDD2C-1E1B-412B-A6A1-3BD47B959874}"/>
              </a:ext>
            </a:extLst>
          </p:cNvPr>
          <p:cNvSpPr txBox="1"/>
          <p:nvPr/>
        </p:nvSpPr>
        <p:spPr>
          <a:xfrm>
            <a:off x="247650" y="200025"/>
            <a:ext cx="1031557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По принципу своего функционирования вирусы можно разделить на несколько типов:</a:t>
            </a:r>
          </a:p>
          <a:p>
            <a:br>
              <a:rPr lang="ru-RU" sz="24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24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1. Вирусы-паразиты (</a:t>
            </a:r>
            <a:r>
              <a:rPr lang="ru-RU" sz="2400" dirty="0" err="1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Parasitic</a:t>
            </a:r>
            <a:r>
              <a:rPr lang="ru-RU" sz="24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) – вирусы, работающие с файлами программ, частично выводящие их из строя. Могут быть легко выявлены и уничтожены. Однако, зачастую, файл-носитель остается не пригодным.</a:t>
            </a:r>
          </a:p>
          <a:p>
            <a:br>
              <a:rPr lang="ru-RU" sz="24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24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2. Вирусы-репликаторы (</a:t>
            </a:r>
            <a:r>
              <a:rPr lang="ru-RU" sz="2400" dirty="0" err="1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Worm</a:t>
            </a:r>
            <a:r>
              <a:rPr lang="ru-RU" sz="24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) – вирусы, основная задача которых как можно быстрее размножится по всем возможным местам хранения данных и коммуникациям. Зачастую сами не предпринимают никаких деструктивных действий, а являются транспортом для других видов вредоносного кода.</a:t>
            </a:r>
          </a:p>
          <a:p>
            <a:endParaRPr lang="ru-RU" sz="2400" dirty="0">
              <a:solidFill>
                <a:srgbClr val="333333"/>
              </a:solidFill>
              <a:latin typeface="Helvetica" panose="020B0604020202020204" pitchFamily="34" charset="0"/>
              <a:ea typeface="Calibri" panose="020F0502020204030204" pitchFamily="34" charset="0"/>
            </a:endParaRPr>
          </a:p>
          <a:p>
            <a:r>
              <a:rPr lang="ru-RU" sz="24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3. Трояны (</a:t>
            </a:r>
            <a:r>
              <a:rPr lang="ru-RU" sz="2400" dirty="0" err="1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Trojan</a:t>
            </a:r>
            <a:r>
              <a:rPr lang="ru-RU" sz="24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) – получили свое названия в честь “Троянского коня”, так как имеют схожий принцип действия. </a:t>
            </a:r>
          </a:p>
          <a:p>
            <a:br>
              <a:rPr lang="ru-RU" sz="24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8984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FCA7817-04C0-4FDB-BC11-9C347AD34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9097FF-AB0C-44E7-964D-CAAEA7EDD227}"/>
              </a:ext>
            </a:extLst>
          </p:cNvPr>
          <p:cNvSpPr txBox="1"/>
          <p:nvPr/>
        </p:nvSpPr>
        <p:spPr>
          <a:xfrm>
            <a:off x="685800" y="828674"/>
            <a:ext cx="110442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4. Вирусы-невидимки (</a:t>
            </a:r>
            <a:r>
              <a:rPr lang="ru-RU" sz="1800" dirty="0" err="1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Stealth</a:t>
            </a:r>
            <a: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) – названы по имени самолета-невидимки "</a:t>
            </a:r>
            <a:r>
              <a:rPr lang="ru-RU" sz="1800" dirty="0" err="1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stealth</a:t>
            </a:r>
            <a: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", наиболее сложны для обнаружения. Маскируются путем подмены вредоносного кода полезным во время сканирования, временным выведением функциональных модулей из работы в случае обнаружения процесса сканирования, сокрытием своих процессов в памяти и т.д.</a:t>
            </a:r>
            <a:b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9D3EC2-146F-4D42-B1EE-899BA7E42E88}"/>
              </a:ext>
            </a:extLst>
          </p:cNvPr>
          <p:cNvSpPr txBox="1"/>
          <p:nvPr/>
        </p:nvSpPr>
        <p:spPr>
          <a:xfrm>
            <a:off x="5705475" y="2438400"/>
            <a:ext cx="59150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5. Само-</a:t>
            </a:r>
            <a:r>
              <a:rPr lang="ru-RU" sz="1800" dirty="0" err="1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шифрующиеся</a:t>
            </a:r>
            <a: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 вирусы – вирусы вредоносный код которых хранится и распространяется в зашифрованном виде, что позволяет им быть недоступными для большинства сканеров.</a:t>
            </a:r>
          </a:p>
          <a:p>
            <a:b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6. </a:t>
            </a:r>
            <a:r>
              <a:rPr lang="ru-RU" sz="1800" dirty="0" err="1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Матирующиеся</a:t>
            </a:r>
            <a: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 вирусы – вирусы не имеющие постоянных сигнатур. Такой вирус</a:t>
            </a:r>
            <a:b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</a:br>
            <a:r>
              <a:rPr lang="ru-RU" sz="1800" dirty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</a:rPr>
              <a:t>постоянно меняет цепочки своего кода в процессе функционирования и размножения.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978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0DBECA-776C-49B0-AF42-2B863F73A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01463E-3374-4F11-87C0-57A3E6DB806D}"/>
              </a:ext>
            </a:extLst>
          </p:cNvPr>
          <p:cNvSpPr txBox="1"/>
          <p:nvPr/>
        </p:nvSpPr>
        <p:spPr>
          <a:xfrm>
            <a:off x="3105151" y="428625"/>
            <a:ext cx="6362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/>
              <a:t>Спасибо за внимание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92752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378</Words>
  <Application>Microsoft Office PowerPoint</Application>
  <PresentationFormat>Широкоэкранный</PresentationFormat>
  <Paragraphs>16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Tatiana Pritykina</dc:creator>
  <cp:lastModifiedBy>Tatiana Pritykina</cp:lastModifiedBy>
  <cp:revision>6</cp:revision>
  <dcterms:created xsi:type="dcterms:W3CDTF">2024-01-31T13:48:19Z</dcterms:created>
  <dcterms:modified xsi:type="dcterms:W3CDTF">2024-01-31T14:55:34Z</dcterms:modified>
</cp:coreProperties>
</file>