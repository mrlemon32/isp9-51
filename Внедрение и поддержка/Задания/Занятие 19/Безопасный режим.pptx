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27"/>
  </p:normalViewPr>
  <p:slideViewPr>
    <p:cSldViewPr snapToGrid="0" snapToObjects="1">
      <p:cViewPr varScale="1">
        <p:scale>
          <a:sx n="121" d="100"/>
          <a:sy n="121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hyperlink" Target="http://vindavoz.ru/win_obwee/252-vse-o-drayverah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9EC19-675D-F44B-A30A-7DE31C317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091682"/>
            <a:ext cx="8361229" cy="2098226"/>
          </a:xfrm>
        </p:spPr>
        <p:txBody>
          <a:bodyPr/>
          <a:lstStyle/>
          <a:p>
            <a:r>
              <a:rPr lang="ru-RU" dirty="0"/>
              <a:t>Безопасный режим </a:t>
            </a:r>
            <a:r>
              <a:rPr lang="en-US" dirty="0"/>
              <a:t>Windows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DC05F4-8CF3-0946-A9F8-05BFD3C08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C31DB5-A4FF-6944-982A-B52A29051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40" y="3130332"/>
            <a:ext cx="3727668" cy="372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81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D094-ABC8-B746-84C3-CF2A2DD0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безопасный режим?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B5E29-C119-0F4E-B6A2-3B654D9BA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574157"/>
            <a:ext cx="10457727" cy="49886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200" dirty="0"/>
              <a:t>	</a:t>
            </a:r>
            <a:r>
              <a:rPr lang="ru-RU" sz="4000" dirty="0"/>
              <a:t>Пользователи ПК часто сталкиваются с проблемой, когда операционная система начинает безжалостно виснуть. Если установлено много утилит и драйверов, то достаточно сложно выяснить, что вызывает сбои. К счастью, разработчики предусмотрели возможность решения проблемы: потребуется запустить безопасный режим </a:t>
            </a:r>
            <a:r>
              <a:rPr lang="ru-RU" sz="4000" dirty="0" err="1"/>
              <a:t>Windows</a:t>
            </a:r>
            <a:r>
              <a:rPr lang="ru-RU" sz="4000" dirty="0"/>
              <a:t> 7.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7743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BCFE2-2EA2-8D4A-92D4-E48FAA5C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безопасный режим?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8DA33-B503-5648-8949-EFC68A35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71295"/>
            <a:ext cx="10263352" cy="408326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/>
              <a:t>	</a:t>
            </a:r>
            <a:r>
              <a:rPr lang="ru-RU" sz="3600" b="1" dirty="0"/>
              <a:t>Безопасный режим</a:t>
            </a:r>
            <a:r>
              <a:rPr lang="ru-RU" sz="3600" dirty="0"/>
              <a:t> - это способ загрузки операционной системы, при котором загружаются самые минимальные компоненты. 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F2736D-9504-C040-AC17-70CC075E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69" y="3214629"/>
            <a:ext cx="4428578" cy="33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E33A4-3D33-4444-A062-44BEF5C6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безопасного режима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0A40F7-9E3A-3942-8F3E-BBD26005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71448"/>
            <a:ext cx="10016359" cy="418311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dirty="0"/>
              <a:t>	</a:t>
            </a:r>
            <a:r>
              <a:rPr lang="ru-RU" sz="3600" b="1" dirty="0"/>
              <a:t>Безопасный режим</a:t>
            </a:r>
            <a:r>
              <a:rPr lang="ru-RU" sz="3600" dirty="0"/>
              <a:t> (</a:t>
            </a:r>
            <a:r>
              <a:rPr lang="ru-RU" sz="3600" dirty="0" err="1"/>
              <a:t>safe</a:t>
            </a:r>
            <a:r>
              <a:rPr lang="ru-RU" sz="3600" dirty="0"/>
              <a:t> </a:t>
            </a:r>
            <a:r>
              <a:rPr lang="ru-RU" sz="3600" dirty="0" err="1"/>
              <a:t>mode</a:t>
            </a:r>
            <a:r>
              <a:rPr lang="ru-RU" sz="3600" dirty="0"/>
              <a:t>) включает в себя загрузку основных служб и драйверов, без которых </a:t>
            </a:r>
            <a:r>
              <a:rPr lang="ru-RU" sz="3600" dirty="0" err="1"/>
              <a:t>Windows</a:t>
            </a:r>
            <a:r>
              <a:rPr lang="ru-RU" sz="3600" dirty="0"/>
              <a:t> не запустится совсем. Все второстепенные службы и программы запущены не будут, что на много повышает шанс успешной загрузки ОС. Также, если перейти в безопасный режим, то появляется возможность более простыми способами выявить неполадки, связанные с неправильной работой компонентов </a:t>
            </a:r>
            <a:r>
              <a:rPr lang="ru-RU" sz="3600" dirty="0" err="1"/>
              <a:t>Windows</a:t>
            </a:r>
            <a:r>
              <a:rPr lang="ru-RU" sz="3600" dirty="0"/>
              <a:t>, выполнить диагностику системы. Поэтому за ним закрепилось и другое название, его также называют диагностическим режимом.</a:t>
            </a:r>
          </a:p>
        </p:txBody>
      </p:sp>
    </p:spTree>
    <p:extLst>
      <p:ext uri="{BB962C8B-B14F-4D97-AF65-F5344CB8AC3E}">
        <p14:creationId xmlns:p14="http://schemas.microsoft.com/office/powerpoint/2010/main" val="106218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96F25-0022-8140-B7C6-4CAD24BA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позволяет безопасный режим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8888F-018A-214B-A707-B838AA0D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248" y="1428750"/>
            <a:ext cx="9601200" cy="3581400"/>
          </a:xfrm>
        </p:spPr>
        <p:txBody>
          <a:bodyPr>
            <a:normAutofit/>
          </a:bodyPr>
          <a:lstStyle/>
          <a:p>
            <a:r>
              <a:rPr lang="ru-RU" sz="2800" dirty="0"/>
              <a:t>Проверка операционной системы на вирусы. </a:t>
            </a:r>
          </a:p>
          <a:p>
            <a:r>
              <a:rPr lang="ru-RU" sz="2800" dirty="0"/>
              <a:t>Восстановить компьютер через </a:t>
            </a:r>
            <a:r>
              <a:rPr lang="ru-RU" sz="2800" i="1" dirty="0"/>
              <a:t>Средство восстановления системы</a:t>
            </a:r>
          </a:p>
          <a:p>
            <a:r>
              <a:rPr lang="ru-RU" sz="2800" dirty="0"/>
              <a:t>Установить и обновить </a:t>
            </a:r>
            <a:r>
              <a:rPr lang="ru-RU" sz="2800" dirty="0">
                <a:hlinkClick r:id="rId2"/>
              </a:rPr>
              <a:t>драйвера</a:t>
            </a:r>
            <a:r>
              <a:rPr lang="ru-RU" sz="2800" dirty="0"/>
              <a:t>. </a:t>
            </a:r>
          </a:p>
          <a:p>
            <a:r>
              <a:rPr lang="ru-RU" sz="2800" dirty="0"/>
              <a:t>Проверить работу компьютера.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335BCD-4956-204E-B960-E24367D99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69" y="3730464"/>
            <a:ext cx="5593474" cy="2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8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78935-A864-EA40-879C-009AACE6E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1527"/>
            <a:ext cx="9601200" cy="1485900"/>
          </a:xfrm>
        </p:spPr>
        <p:txBody>
          <a:bodyPr/>
          <a:lstStyle/>
          <a:p>
            <a:r>
              <a:rPr lang="ru-RU" dirty="0"/>
              <a:t>Виды запуска безопасного режима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FAD07-85E3-8048-850F-D19494C96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17" y="756089"/>
            <a:ext cx="11125200" cy="3279884"/>
          </a:xfrm>
        </p:spPr>
        <p:txBody>
          <a:bodyPr>
            <a:normAutofit fontScale="92500" lnSpcReduction="10000"/>
          </a:bodyPr>
          <a:lstStyle/>
          <a:p>
            <a:pPr algn="just" fontAlgn="base"/>
            <a:r>
              <a:rPr lang="ru-RU" sz="2400" u="sng" dirty="0"/>
              <a:t>Безопасный режим</a:t>
            </a:r>
            <a:r>
              <a:rPr lang="ru-RU" sz="2400" dirty="0"/>
              <a:t>. Это стандартный вариант безопасного режима, в котором запускаются самые нужные для работы </a:t>
            </a:r>
            <a:r>
              <a:rPr lang="ru-RU" sz="2400" dirty="0" err="1"/>
              <a:t>Windows</a:t>
            </a:r>
            <a:r>
              <a:rPr lang="ru-RU" sz="2400" dirty="0"/>
              <a:t> службы и программы и при этом не загружаются даже сетевые драйвера, т. е. в этом режиме вы не сможете выйти в интернет;</a:t>
            </a:r>
          </a:p>
          <a:p>
            <a:pPr algn="just" fontAlgn="base"/>
            <a:r>
              <a:rPr lang="ru-RU" sz="2400" u="sng" dirty="0"/>
              <a:t>Безопасный режим с загрузкой сетевых драйверов</a:t>
            </a:r>
            <a:r>
              <a:rPr lang="ru-RU" sz="2400" dirty="0"/>
              <a:t>. Отличается от стандартного безопасного режима тем, что дополнительно загружаются ещё сетевые драйвера, что обеспечит вам выход в интернет через данный режим;</a:t>
            </a:r>
          </a:p>
          <a:p>
            <a:pPr algn="just" fontAlgn="base"/>
            <a:r>
              <a:rPr lang="ru-RU" sz="2400" u="sng" dirty="0"/>
              <a:t>Безопасный режим с поддержкой командной строки</a:t>
            </a:r>
            <a:r>
              <a:rPr lang="ru-RU" sz="2400" dirty="0"/>
              <a:t>. От стандартного безопасного режима отличается только тем, что сразу после его запуска будет также запущена командная строка </a:t>
            </a:r>
            <a:r>
              <a:rPr lang="ru-RU" sz="2400" dirty="0" err="1"/>
              <a:t>Windows</a:t>
            </a:r>
            <a:r>
              <a:rPr lang="ru-RU" sz="2400" dirty="0"/>
              <a:t> (т. е. консоль).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263838-0291-F043-BD81-1EB27E946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072" y="3731172"/>
            <a:ext cx="5640825" cy="303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34683"/>
      </p:ext>
    </p:extLst>
  </p:cSld>
  <p:clrMapOvr>
    <a:masterClrMapping/>
  </p:clrMapOvr>
</p:sld>
</file>

<file path=ppt/theme/theme1.xml><?xml version="1.0" encoding="utf-8"?>
<a:theme xmlns:a="http://schemas.openxmlformats.org/drawingml/2006/main" name="Обрезка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Обрезка</Template>
  <TotalTime>34</TotalTime>
  <Words>64</Words>
  <Application>Microsoft Macintosh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Franklin Gothic Book</vt:lpstr>
      <vt:lpstr>Обрезка</vt:lpstr>
      <vt:lpstr>Безопасный режим Windows</vt:lpstr>
      <vt:lpstr>Что такое безопасный режим?</vt:lpstr>
      <vt:lpstr>Что такое безопасный режим?</vt:lpstr>
      <vt:lpstr>Особенности безопасного режима</vt:lpstr>
      <vt:lpstr>Что позволяет безопасный режим</vt:lpstr>
      <vt:lpstr>Виды запуска безопасного режима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Безопасный режим Windows</dc:title>
  <dc:creator>Microsoft Office User</dc:creator>
  <cp:lastModifiedBy>Microsoft Office User</cp:lastModifiedBy>
  <cp:revision>3</cp:revision>
  <dcterms:created xsi:type="dcterms:W3CDTF">2019-03-17T18:05:10Z</dcterms:created>
  <dcterms:modified xsi:type="dcterms:W3CDTF">2019-03-17T18:40:04Z</dcterms:modified>
</cp:coreProperties>
</file>