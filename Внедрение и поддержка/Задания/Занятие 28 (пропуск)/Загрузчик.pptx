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3/17/2020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Загрузчик </a:t>
            </a:r>
            <a:r>
              <a:rPr lang="en-US" dirty="0" smtClean="0"/>
              <a:t>GRUB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8434" name="Picture 2" descr="ÐÐ°ÑÑÐ¸Ð½ÐºÐ¸ Ð¿Ð¾ Ð·Ð°Ð¿ÑÐ¾ÑÑ Ð·Ð°Ð³ÑÑÐ·ÑÐ¸Ðº gru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209800"/>
            <a:ext cx="5962650" cy="4048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ru-RU" dirty="0" smtClean="0"/>
              <a:t>		Загрузчик системы выполняет очень важную функцию. Он позволяет выбрать какую операционную систему стоит загружать, также инициализирует параметры ядра </a:t>
            </a:r>
            <a:r>
              <a:rPr lang="ru-RU" dirty="0" err="1" smtClean="0"/>
              <a:t>Linux</a:t>
            </a:r>
            <a:r>
              <a:rPr lang="ru-RU" dirty="0" smtClean="0"/>
              <a:t> и подготавливает его к загрузке. В большинстве дистрибутивов </a:t>
            </a:r>
            <a:r>
              <a:rPr lang="ru-RU" dirty="0" err="1" smtClean="0"/>
              <a:t>Linux</a:t>
            </a:r>
            <a:r>
              <a:rPr lang="ru-RU" dirty="0" smtClean="0"/>
              <a:t> используется загрузчик </a:t>
            </a:r>
            <a:r>
              <a:rPr lang="ru-RU" dirty="0" err="1" smtClean="0"/>
              <a:t>Grub</a:t>
            </a:r>
            <a:r>
              <a:rPr lang="ru-RU" dirty="0" smtClean="0"/>
              <a:t>. Он поддерживает все необходимые функции, в том числе и UEFI, а также очень настраиваемый.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работает </a:t>
            </a:r>
            <a:r>
              <a:rPr lang="en-US" dirty="0" smtClean="0"/>
              <a:t>GRUB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Когда компьютер загружается, BIOS передает управление первому загрузочному устройству, которое может быть жестким диском, дискетой, CD-ROM или другим устройством, распознаваемым BIOS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7170" name="Picture 2" descr="ÐÐ°ÑÑÐ¸Ð½ÐºÐ¸ Ð¿Ð¾ Ð·Ð°Ð¿ÑÐ¾ÑÑ Ð·Ð°Ð³ÑÑÐ·ÑÐ¸Ðº ÐÐ¡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4407010"/>
            <a:ext cx="3429000" cy="24509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ÐÐ°ÑÑÐ¸Ð½ÐºÐ¸ Ð¿Ð¾ Ð·Ð°Ð¿ÑÐ¾ÑÑ Ð·Ð°Ð³ÑÑÐ·ÑÐ¸Ðº ÐÐ¡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38817" y="4341132"/>
            <a:ext cx="4105183" cy="2516868"/>
          </a:xfrm>
          <a:prstGeom prst="rect">
            <a:avLst/>
          </a:prstGeom>
          <a:noFill/>
        </p:spPr>
      </p:pic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0"/>
            <a:ext cx="7498080" cy="48006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Первый сектор жесткого диска называется </a:t>
            </a:r>
            <a:r>
              <a:rPr lang="ru-RU" dirty="0" err="1" smtClean="0"/>
              <a:t>Master</a:t>
            </a:r>
            <a:r>
              <a:rPr lang="ru-RU" dirty="0" smtClean="0"/>
              <a:t> </a:t>
            </a:r>
            <a:r>
              <a:rPr lang="ru-RU" dirty="0" err="1" smtClean="0"/>
              <a:t>Boot</a:t>
            </a:r>
            <a:r>
              <a:rPr lang="ru-RU" dirty="0" smtClean="0"/>
              <a:t> </a:t>
            </a:r>
            <a:r>
              <a:rPr lang="ru-RU" dirty="0" err="1" smtClean="0"/>
              <a:t>Record</a:t>
            </a:r>
            <a:r>
              <a:rPr lang="ru-RU" dirty="0" smtClean="0"/>
              <a:t> (MBR)(Главная Загрузочная Запись). Длина этого сектора всего 512 байт. Он содержит небольшой фрагмент кода, который называется основной загрузчик</a:t>
            </a:r>
            <a:r>
              <a:rPr lang="en-US" dirty="0" smtClean="0"/>
              <a:t>. </a:t>
            </a:r>
          </a:p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GRUB заменяет код MBR по умолчанию собственным кодом.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ÐÐ°ÑÑÐ¸Ð½ÐºÐ¸ Ð¿Ð¾ Ð·Ð°Ð¿ÑÐ¾ÑÑ Ð·Ð°Ð³ÑÑÐ·ÑÐ¸Ðº ÐÐ¡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2750" y="5067299"/>
            <a:ext cx="2381250" cy="179070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 GRUB состоит из нескольких стадий: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66800" y="990600"/>
            <a:ext cx="7498080" cy="4800600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ru-RU" b="1" dirty="0" smtClean="0"/>
              <a:t>		Стадия 1:</a:t>
            </a:r>
            <a:r>
              <a:rPr lang="ru-RU" dirty="0" smtClean="0"/>
              <a:t> размещение в MBR. Из-за малого объема MBR размещается только ссылка для перехода к Стадии 2, которая содержит все требуемые данные.</a:t>
            </a:r>
          </a:p>
          <a:p>
            <a:pPr algn="just">
              <a:buNone/>
            </a:pPr>
            <a:r>
              <a:rPr lang="ru-RU" dirty="0" smtClean="0"/>
              <a:t>		</a:t>
            </a:r>
            <a:r>
              <a:rPr lang="ru-RU" b="1" dirty="0" smtClean="0"/>
              <a:t>Стадия 2:</a:t>
            </a:r>
            <a:r>
              <a:rPr lang="ru-RU" dirty="0" smtClean="0"/>
              <a:t> переход к конфигурационному файлу, который содержит все компоненты пользовательского интерфейса и настройки, необходимые для работы GRUB. Стадия 2 может находиться в любом месте на диске. Если в результате работы Стадии 2 не найдена конфигурационная таблица, GRUB прекратит процесс загрузки и предоставит пользователю возможность выбрать вручную загрузочную конфигурацию из командной строки.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95400" y="304800"/>
            <a:ext cx="7498080" cy="4800600"/>
          </a:xfrm>
        </p:spPr>
        <p:txBody>
          <a:bodyPr/>
          <a:lstStyle/>
          <a:p>
            <a:pPr algn="just">
              <a:buNone/>
            </a:pPr>
            <a:r>
              <a:rPr lang="ru-RU" dirty="0" smtClean="0"/>
              <a:t>		Структура Стадий позволяет GRUB иметь довольно большой объем. Поэтому GRUB достаточно сложный и хорошо конфигурируемый, по сравнению с большинством загрузчиков, которые более компактные и проще укладываются в ограничения для Таблицы Разделов.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ÐÐ°ÑÑÐ¸Ð½ÐºÐ¸ Ð¿Ð¾ Ð·Ð°Ð¿ÑÐ¾ÑÑ Ð·Ð°Ð³ÑÑÐ·ÑÐ¸Ðº gru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8200"/>
            <a:ext cx="9144000" cy="50560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95400" y="0"/>
            <a:ext cx="7498080" cy="48006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 smtClean="0"/>
              <a:t>		Понятно и очевидно, загрузчик от </a:t>
            </a:r>
            <a:r>
              <a:rPr lang="ru-RU" dirty="0" err="1" smtClean="0"/>
              <a:t>Windows</a:t>
            </a:r>
            <a:r>
              <a:rPr lang="ru-RU" dirty="0" smtClean="0"/>
              <a:t> больше приспособлен и ориентирован на загрузку самой </a:t>
            </a:r>
            <a:r>
              <a:rPr lang="ru-RU" b="1" dirty="0" smtClean="0"/>
              <a:t>ОС </a:t>
            </a:r>
            <a:r>
              <a:rPr lang="ru-RU" b="1" dirty="0" err="1" smtClean="0"/>
              <a:t>Windows</a:t>
            </a:r>
            <a:r>
              <a:rPr lang="ru-RU" dirty="0" smtClean="0"/>
              <a:t>, чем других операционных систем, поэтому он простой, функций у него мало и спрятаны от пользователя.</a:t>
            </a:r>
          </a:p>
          <a:p>
            <a:pPr algn="just">
              <a:buNone/>
            </a:pPr>
            <a:r>
              <a:rPr lang="ru-RU" dirty="0" smtClean="0"/>
              <a:t>		Загрузчик от </a:t>
            </a:r>
            <a:r>
              <a:rPr lang="ru-RU" b="1" dirty="0" err="1" smtClean="0"/>
              <a:t>Linux</a:t>
            </a:r>
            <a:r>
              <a:rPr lang="ru-RU" dirty="0" smtClean="0"/>
              <a:t>, имеется ввиду </a:t>
            </a:r>
            <a:r>
              <a:rPr lang="ru-RU" b="1" dirty="0" smtClean="0"/>
              <a:t>GRUB</a:t>
            </a:r>
            <a:r>
              <a:rPr lang="ru-RU" dirty="0" smtClean="0"/>
              <a:t>, более функционален и позиционируется как универсальное средство загрузки различных операционных систем (а их десятки), учитывая их особенности.</a:t>
            </a:r>
            <a:endParaRPr lang="ru-RU" dirty="0"/>
          </a:p>
        </p:txBody>
      </p:sp>
      <p:pic>
        <p:nvPicPr>
          <p:cNvPr id="2050" name="Picture 2" descr="ÐÐ°ÑÑÐ¸Ð½ÐºÐ¸ Ð¿Ð¾ Ð·Ð°Ð¿ÑÐ¾ÑÑ Ð·Ð°Ð³ÑÑÐ·ÑÐ¸Ðº Ð¾Ñ window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1" y="4463960"/>
            <a:ext cx="3200400" cy="23940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4770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 smtClean="0"/>
              <a:t>		Считается проще и логичнее использовать как основной загрузчик </a:t>
            </a:r>
            <a:r>
              <a:rPr lang="ru-RU" b="1" dirty="0" smtClean="0"/>
              <a:t>GRUB</a:t>
            </a:r>
            <a:r>
              <a:rPr lang="ru-RU" dirty="0" smtClean="0"/>
              <a:t>, так как он успешно загружает как </a:t>
            </a:r>
            <a:r>
              <a:rPr lang="ru-RU" dirty="0" err="1" smtClean="0"/>
              <a:t>Linux</a:t>
            </a:r>
            <a:r>
              <a:rPr lang="ru-RU" dirty="0" smtClean="0"/>
              <a:t> так и </a:t>
            </a:r>
            <a:r>
              <a:rPr lang="ru-RU" dirty="0" err="1" smtClean="0"/>
              <a:t>Windows</a:t>
            </a:r>
            <a:r>
              <a:rPr lang="ru-RU" dirty="0" smtClean="0"/>
              <a:t> различных версий.</a:t>
            </a:r>
          </a:p>
          <a:p>
            <a:pPr algn="just">
              <a:buNone/>
            </a:pPr>
            <a:r>
              <a:rPr lang="ru-RU" dirty="0" smtClean="0"/>
              <a:t>		Обычно, сначала устанавливается на компьютер </a:t>
            </a:r>
            <a:r>
              <a:rPr lang="ru-RU" dirty="0" err="1" smtClean="0"/>
              <a:t>Windows</a:t>
            </a:r>
            <a:r>
              <a:rPr lang="ru-RU" dirty="0" smtClean="0"/>
              <a:t>, при установке система помещает свой загрузчик в область MBR. Во время установки </a:t>
            </a:r>
            <a:r>
              <a:rPr lang="ru-RU" dirty="0" err="1" smtClean="0"/>
              <a:t>Linux</a:t>
            </a:r>
            <a:r>
              <a:rPr lang="ru-RU" dirty="0" smtClean="0"/>
              <a:t>, если вы выберите так же установить загрузчик на диск, загрузчик GRUB перезапишет предыдущий, а в свой файл настроек допишет запись о возможности загрузки </a:t>
            </a:r>
            <a:r>
              <a:rPr lang="ru-RU" dirty="0" err="1" smtClean="0"/>
              <a:t>Windows</a:t>
            </a:r>
            <a:r>
              <a:rPr lang="ru-RU" dirty="0" smtClean="0"/>
              <a:t>, и можно будет потом выбирать при загрузки компьютера, в меню загрузчика какую систему загружать.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291</TotalTime>
  <Words>5</Words>
  <Application>Microsoft Office PowerPoint</Application>
  <PresentationFormat>Экран (4:3)</PresentationFormat>
  <Paragraphs>14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Солнцестояние</vt:lpstr>
      <vt:lpstr>Загрузчик GRUB</vt:lpstr>
      <vt:lpstr>Слайд 2</vt:lpstr>
      <vt:lpstr>Как работает GRUB</vt:lpstr>
      <vt:lpstr>Слайд 4</vt:lpstr>
      <vt:lpstr> GRUB состоит из нескольких стадий: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Загрузчик GRUB</dc:title>
  <dc:creator>Кирилл</dc:creator>
  <cp:lastModifiedBy>Кирилл</cp:lastModifiedBy>
  <cp:revision>24</cp:revision>
  <dcterms:created xsi:type="dcterms:W3CDTF">2019-04-24T04:32:32Z</dcterms:created>
  <dcterms:modified xsi:type="dcterms:W3CDTF">2020-03-17T06:44:53Z</dcterms:modified>
</cp:coreProperties>
</file>