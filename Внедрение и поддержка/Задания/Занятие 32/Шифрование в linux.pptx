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56" r:id="rId9"/>
    <p:sldId id="257" r:id="rId10"/>
    <p:sldId id="258" r:id="rId11"/>
    <p:sldId id="259" r:id="rId12"/>
    <p:sldId id="261" r:id="rId13"/>
    <p:sldId id="260" r:id="rId14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52" autoAdjust="0"/>
    <p:restoredTop sz="94660"/>
  </p:normalViewPr>
  <p:slideViewPr>
    <p:cSldViewPr>
      <p:cViewPr>
        <p:scale>
          <a:sx n="100" d="100"/>
          <a:sy n="100" d="100"/>
        </p:scale>
        <p:origin x="-2142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\\Kbastrikin\презентации 1исп9-28\rebus (25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362200"/>
            <a:ext cx="8305800" cy="20032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\\Kbastrikin\презентации 1исп9-28\rebus (27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438400"/>
            <a:ext cx="8450361" cy="1847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\\Kbastrikin\презентации 1исп9-28\rebus (28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667000"/>
            <a:ext cx="8524875" cy="21271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\\Kbastrikin\презентации 1исп9-28\rebus (29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905000"/>
            <a:ext cx="4267200" cy="31252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\\Kbastrikin\презентации 1исп9-28\rebus (30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9144000" cy="16544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 descr="\\Kbastrikin\презентации 1исп9-28\rebus (31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438400"/>
            <a:ext cx="8371743" cy="220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1" name="Picture 3" descr="\\Kbastrikin\презентации 1исп9-28\Без названия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514600"/>
            <a:ext cx="7615989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cap="all" dirty="0" smtClean="0"/>
              <a:t>ШИФРОВАНИЕ ДИСКОВ В </a:t>
            </a:r>
            <a:r>
              <a:rPr lang="en-US" cap="all" dirty="0" smtClean="0"/>
              <a:t>LINUX</a:t>
            </a:r>
            <a:br>
              <a:rPr lang="en-US" cap="all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8434" name="Picture 2" descr="ÐÐ°ÑÑÐ¸Ð½ÐºÐ¸ Ð¿Ð¾ Ð·Ð°Ð¿ÑÐ¾ÑÑ ÑÐ¸ÑÑÐ¾Ð²Ð°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57200"/>
            <a:ext cx="5012266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cap="all" dirty="0" smtClean="0"/>
              <a:t>МЕТОДЫ ШИФРОВАНИЯ ДАННЫХ В LINUX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 fontAlgn="base"/>
            <a:r>
              <a:rPr lang="ru-RU" b="1" dirty="0" smtClean="0"/>
              <a:t>1. </a:t>
            </a:r>
            <a:r>
              <a:rPr lang="ru-RU" b="1" dirty="0" err="1" smtClean="0"/>
              <a:t>eCryptfs</a:t>
            </a:r>
            <a:r>
              <a:rPr lang="ru-RU" dirty="0" smtClean="0"/>
              <a:t> - это криптографическая файловая система </a:t>
            </a:r>
            <a:r>
              <a:rPr lang="ru-RU" dirty="0" err="1" smtClean="0"/>
              <a:t>Linux</a:t>
            </a:r>
            <a:r>
              <a:rPr lang="ru-RU" dirty="0" smtClean="0"/>
              <a:t>. Она хранит криптографические данные для каждого файла в отдельном файле, таким образом, что файлы можно копировать между компьютерами. Файл будет успешно расшифрован, если у вас есть ключ. Это решение широко используется для реализации зашифрованной домашней директории</a:t>
            </a:r>
          </a:p>
          <a:p>
            <a:pPr algn="just" fontAlgn="base"/>
            <a:r>
              <a:rPr lang="ru-RU" b="1" dirty="0" smtClean="0"/>
              <a:t>2. </a:t>
            </a:r>
            <a:r>
              <a:rPr lang="ru-RU" b="1" dirty="0" err="1" smtClean="0"/>
              <a:t>EncFS</a:t>
            </a:r>
            <a:r>
              <a:rPr lang="ru-RU" dirty="0" smtClean="0"/>
              <a:t> - обеспечивает шифрованную файловую систему в пространстве пользователя.  </a:t>
            </a:r>
            <a:r>
              <a:rPr lang="ru-RU" dirty="0" err="1" smtClean="0"/>
              <a:t>EncFS</a:t>
            </a:r>
            <a:r>
              <a:rPr lang="ru-RU" dirty="0" smtClean="0"/>
              <a:t> - это свободное программное обеспечение и она распространяется под лицензией GPL.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304800"/>
            <a:ext cx="8153400" cy="6169152"/>
          </a:xfrm>
        </p:spPr>
        <p:txBody>
          <a:bodyPr>
            <a:normAutofit/>
          </a:bodyPr>
          <a:lstStyle/>
          <a:p>
            <a:pPr algn="just" fontAlgn="base"/>
            <a:r>
              <a:rPr lang="ru-RU" b="1" dirty="0" smtClean="0"/>
              <a:t>3. </a:t>
            </a:r>
            <a:r>
              <a:rPr lang="ru-RU" b="1" dirty="0" err="1" smtClean="0"/>
              <a:t>Loop-AES</a:t>
            </a:r>
            <a:r>
              <a:rPr lang="ru-RU" dirty="0" smtClean="0"/>
              <a:t> - быстрая и прозрачная файловая система, а также пакет для шифрования раздела подкачки в </a:t>
            </a:r>
            <a:r>
              <a:rPr lang="ru-RU" dirty="0" err="1" smtClean="0"/>
              <a:t>Linux</a:t>
            </a:r>
            <a:r>
              <a:rPr lang="ru-RU" dirty="0" smtClean="0"/>
              <a:t>. </a:t>
            </a:r>
          </a:p>
          <a:p>
            <a:pPr algn="just" fontAlgn="base"/>
            <a:r>
              <a:rPr lang="ru-RU" b="1" dirty="0" smtClean="0"/>
              <a:t>4. </a:t>
            </a:r>
            <a:r>
              <a:rPr lang="ru-RU" b="1" dirty="0" err="1" smtClean="0"/>
              <a:t>TrueCrypt</a:t>
            </a:r>
            <a:r>
              <a:rPr lang="ru-RU" dirty="0" smtClean="0"/>
              <a:t> - это бесплатное решение с открытым исходным кодом для шифрования диска в операционных системах </a:t>
            </a:r>
            <a:r>
              <a:rPr lang="ru-RU" dirty="0" err="1" smtClean="0"/>
              <a:t>Windows</a:t>
            </a:r>
            <a:r>
              <a:rPr lang="ru-RU" dirty="0" smtClean="0"/>
              <a:t> 7 / </a:t>
            </a:r>
            <a:r>
              <a:rPr lang="ru-RU" dirty="0" err="1" smtClean="0"/>
              <a:t>Vista</a:t>
            </a:r>
            <a:r>
              <a:rPr lang="ru-RU" dirty="0" smtClean="0"/>
              <a:t> /XP / </a:t>
            </a:r>
            <a:r>
              <a:rPr lang="ru-RU" dirty="0" err="1" smtClean="0"/>
              <a:t>Mac</a:t>
            </a:r>
            <a:r>
              <a:rPr lang="ru-RU" dirty="0" smtClean="0"/>
              <a:t> OS X, а также в </a:t>
            </a:r>
            <a:r>
              <a:rPr lang="ru-RU" dirty="0" err="1" smtClean="0"/>
              <a:t>Linux</a:t>
            </a:r>
            <a:r>
              <a:rPr lang="ru-RU" dirty="0" smtClean="0"/>
              <a:t>.</a:t>
            </a:r>
          </a:p>
          <a:p>
            <a:pPr algn="just" fontAlgn="base"/>
            <a:r>
              <a:rPr lang="ru-RU" b="1" dirty="0" smtClean="0"/>
              <a:t>5. </a:t>
            </a:r>
            <a:r>
              <a:rPr lang="ru-RU" b="1" dirty="0" err="1" smtClean="0"/>
              <a:t>dm-crypt+LUKS</a:t>
            </a:r>
            <a:r>
              <a:rPr lang="ru-RU" dirty="0" smtClean="0"/>
              <a:t> - </a:t>
            </a:r>
            <a:r>
              <a:rPr lang="ru-RU" dirty="0" err="1" smtClean="0"/>
              <a:t>dm-crypt</a:t>
            </a:r>
            <a:r>
              <a:rPr lang="ru-RU" dirty="0" smtClean="0"/>
              <a:t> - это прозрачная подсистема для шифрования диска. Поддерживается шифрование целых дисков, съемных носителей, разделов, томов RAID, программного обеспечения, логических томов и файлов.</a:t>
            </a:r>
          </a:p>
          <a:p>
            <a:pPr algn="just"/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all" dirty="0" smtClean="0"/>
              <a:t>КАК РАБОТАЕТ </a:t>
            </a:r>
            <a:r>
              <a:rPr lang="en-US" b="1" cap="all" dirty="0" smtClean="0"/>
              <a:t>LUKS?</a:t>
            </a:r>
            <a:r>
              <a:rPr lang="ru-RU" b="1" cap="all" dirty="0" smtClean="0"/>
              <a:t/>
            </a:r>
            <a:br>
              <a:rPr lang="ru-RU" b="1" cap="all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077200" cy="5483352"/>
          </a:xfrm>
        </p:spPr>
        <p:txBody>
          <a:bodyPr>
            <a:normAutofit fontScale="85000" lnSpcReduction="10000"/>
          </a:bodyPr>
          <a:lstStyle/>
          <a:p>
            <a:pPr algn="just" fontAlgn="base"/>
            <a:r>
              <a:rPr lang="ru-RU" dirty="0" smtClean="0"/>
              <a:t>Чтобы выполнить шифрование диска </a:t>
            </a:r>
            <a:r>
              <a:rPr lang="ru-RU" dirty="0" err="1" smtClean="0"/>
              <a:t>linux</a:t>
            </a:r>
            <a:r>
              <a:rPr lang="ru-RU" dirty="0" smtClean="0"/>
              <a:t> используется модуль ядра операционной системы </a:t>
            </a:r>
            <a:r>
              <a:rPr lang="ru-RU" dirty="0" err="1" smtClean="0"/>
              <a:t>dm-crypt</a:t>
            </a:r>
            <a:r>
              <a:rPr lang="ru-RU" dirty="0" smtClean="0"/>
              <a:t>. Этот модуль позволяет создавать виртуальное блочное устройство (жёсткий диск, CD-ROM, НГМД) с прозрачным для файловой системы и пользователя шифрованием. Фактически все данные лежат на зашифрованном физическом разделе. Если пользователь пытается записать данные на виртуальное устройство, они на лету шифруются и записываются на диск, при чтении с виртуального устройства, выполняется обратная операция - данные расшифровываются с физического диска и передаются в открытом виде через виртуальный диск пользователю. Обычно для шифрования используется метод AES, потому что под него оптимизированы большинство современных процессоров. Важно заметить, что можно шифровать не только разделы и диски, но и обычные файлы. </a:t>
            </a:r>
          </a:p>
          <a:p>
            <a:pPr algn="just" fontAlgn="base"/>
            <a:r>
              <a:rPr lang="ru-RU" dirty="0" smtClean="0"/>
              <a:t>Алгоритм LUKS определяют какие действия и в каком порядке будут выполняться во время работы с шифрованными носителями. Для работы с LUKS и модулем </a:t>
            </a:r>
            <a:r>
              <a:rPr lang="ru-RU" dirty="0" err="1" smtClean="0"/>
              <a:t>dm-crypt</a:t>
            </a:r>
            <a:r>
              <a:rPr lang="ru-RU" dirty="0" smtClean="0"/>
              <a:t> используется утилита </a:t>
            </a:r>
            <a:r>
              <a:rPr lang="ru-RU" dirty="0" err="1" smtClean="0"/>
              <a:t>Cryptsetup</a:t>
            </a:r>
            <a:r>
              <a:rPr lang="ru-RU" dirty="0" smtClean="0"/>
              <a:t>.</a:t>
            </a:r>
          </a:p>
          <a:p>
            <a:pPr algn="just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>
              <a:buNone/>
            </a:pPr>
            <a:r>
              <a:rPr lang="ru-RU" b="1" dirty="0" smtClean="0"/>
              <a:t>Плюсы:</a:t>
            </a:r>
            <a:endParaRPr lang="ru-RU" dirty="0" smtClean="0"/>
          </a:p>
          <a:p>
            <a:pPr algn="just" fontAlgn="base"/>
            <a:r>
              <a:rPr lang="ru-RU" dirty="0" smtClean="0"/>
              <a:t>LUKS шифрует все блочное устройство, и поэтому очень хорошо подходит для защиты содержимого переносных устройств, таких как мобильные телефоны, съемные носители или жесткие диски ноутбуков.</a:t>
            </a:r>
          </a:p>
          <a:p>
            <a:pPr algn="just" fontAlgn="base"/>
            <a:r>
              <a:rPr lang="ru-RU" dirty="0" smtClean="0"/>
              <a:t>Вы можете использовать на серверах для защиты резервных копий</a:t>
            </a:r>
          </a:p>
          <a:p>
            <a:pPr algn="just" fontAlgn="base"/>
            <a:r>
              <a:rPr lang="ru-RU" dirty="0" smtClean="0"/>
              <a:t>Процессоры </a:t>
            </a:r>
            <a:r>
              <a:rPr lang="ru-RU" dirty="0" err="1" smtClean="0"/>
              <a:t>Intel</a:t>
            </a:r>
            <a:r>
              <a:rPr lang="ru-RU" dirty="0" smtClean="0"/>
              <a:t> и AMD имеют набор команд, которые могут ускорить процесс шифрования на основе </a:t>
            </a:r>
            <a:r>
              <a:rPr lang="ru-RU" dirty="0" err="1" smtClean="0"/>
              <a:t>dm-crypt</a:t>
            </a:r>
            <a:endParaRPr lang="ru-RU" dirty="0" smtClean="0"/>
          </a:p>
          <a:p>
            <a:pPr algn="just" fontAlgn="base">
              <a:buNone/>
            </a:pPr>
            <a:r>
              <a:rPr lang="ru-RU" b="1" dirty="0" smtClean="0"/>
              <a:t>Минусы:</a:t>
            </a:r>
            <a:endParaRPr lang="ru-RU" dirty="0" smtClean="0"/>
          </a:p>
          <a:p>
            <a:pPr algn="just" fontAlgn="base"/>
            <a:r>
              <a:rPr lang="ru-RU" dirty="0" smtClean="0"/>
              <a:t>LUKS поддерживает шифрование только до восьми паролей. Это значит что только восемь пользователей с разными паролями могут иметь доступ к устройству.</a:t>
            </a:r>
          </a:p>
          <a:p>
            <a:pPr algn="just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		Теория пройдена – переходим к практике</a:t>
            </a:r>
          </a:p>
          <a:p>
            <a:endParaRPr lang="ru-RU" dirty="0" smtClean="0"/>
          </a:p>
          <a:p>
            <a:pPr algn="ctr">
              <a:buNone/>
            </a:pPr>
            <a:r>
              <a:rPr lang="ru-RU" sz="16600" smtClean="0"/>
              <a:t>32 </a:t>
            </a:r>
            <a:r>
              <a:rPr lang="ru-RU" sz="16600" dirty="0" smtClean="0"/>
              <a:t>работа</a:t>
            </a:r>
            <a:endParaRPr lang="ru-RU" sz="16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25</TotalTime>
  <Words>123</Words>
  <Application>Microsoft Office PowerPoint</Application>
  <PresentationFormat>Экран (4:3)</PresentationFormat>
  <Paragraphs>19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Эркер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ШИФРОВАНИЕ ДИСКОВ В LINUX </vt:lpstr>
      <vt:lpstr>МЕТОДЫ ШИФРОВАНИЯ ДАННЫХ В LINUX</vt:lpstr>
      <vt:lpstr>Слайд 10</vt:lpstr>
      <vt:lpstr>КАК РАБОТАЕТ LUKS? 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ШИФРОВАНИЕ ДИСКОВ В LINUX </dc:title>
  <dc:creator>Кирилл</dc:creator>
  <cp:lastModifiedBy>Кирилл</cp:lastModifiedBy>
  <cp:revision>5</cp:revision>
  <dcterms:created xsi:type="dcterms:W3CDTF">2019-05-15T05:11:41Z</dcterms:created>
  <dcterms:modified xsi:type="dcterms:W3CDTF">2022-05-05T05:14:20Z</dcterms:modified>
</cp:coreProperties>
</file>