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7" r:id="rId4"/>
    <p:sldId id="268" r:id="rId5"/>
    <p:sldId id="269" r:id="rId6"/>
    <p:sldId id="265" r:id="rId7"/>
    <p:sldId id="266" r:id="rId8"/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35" autoAdjust="0"/>
    <p:restoredTop sz="94660"/>
  </p:normalViewPr>
  <p:slideViewPr>
    <p:cSldViewPr>
      <p:cViewPr varScale="1">
        <p:scale>
          <a:sx n="111" d="100"/>
          <a:sy n="111" d="100"/>
        </p:scale>
        <p:origin x="-196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9600" dirty="0" err="1" smtClean="0"/>
              <a:t>Ребусики</a:t>
            </a:r>
            <a:endParaRPr lang="ru-RU" sz="9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7848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3717032"/>
            <a:ext cx="69818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7470630" cy="2432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352" y="2132856"/>
            <a:ext cx="1403648" cy="235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108703"/>
            <a:ext cx="9036496" cy="294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348880"/>
            <a:ext cx="8985779" cy="280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8280920" cy="260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3970426"/>
            <a:ext cx="6408712" cy="259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92696"/>
            <a:ext cx="7446682" cy="2759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501008"/>
            <a:ext cx="7364159" cy="2918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764704"/>
            <a:ext cx="7772400" cy="1829761"/>
          </a:xfrm>
        </p:spPr>
        <p:txBody>
          <a:bodyPr>
            <a:noAutofit/>
          </a:bodyPr>
          <a:lstStyle/>
          <a:p>
            <a:r>
              <a:rPr lang="ru-RU" sz="6600" dirty="0" smtClean="0"/>
              <a:t>Журналы событий </a:t>
            </a:r>
            <a:r>
              <a:rPr lang="en-US" sz="6600" dirty="0" smtClean="0"/>
              <a:t>Windows </a:t>
            </a:r>
            <a:endParaRPr lang="ru-RU" sz="6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362" name="Picture 2" descr="ÐÐ°ÑÑÐ¸Ð½ÐºÐ¸ Ð¿Ð¾ Ð·Ð°Ð¿ÑÐ¾ÑÑ windows Ð¿ÑÐ¸ÐºÐ¾Ð»Ñ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24150"/>
            <a:ext cx="571500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179512" y="908720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		</a:t>
            </a:r>
            <a:r>
              <a:rPr lang="ru-RU" b="1" dirty="0" smtClean="0"/>
              <a:t>Журнал событий </a:t>
            </a:r>
            <a:r>
              <a:rPr lang="ru-RU" b="1" dirty="0" err="1" smtClean="0"/>
              <a:t>Windows</a:t>
            </a:r>
            <a:r>
              <a:rPr lang="ru-RU" dirty="0" smtClean="0"/>
              <a:t> - это средство, позволяющее программам и самой системе </a:t>
            </a:r>
            <a:r>
              <a:rPr lang="ru-RU" dirty="0" err="1" smtClean="0"/>
              <a:t>Windows</a:t>
            </a:r>
            <a:r>
              <a:rPr lang="ru-RU" dirty="0" smtClean="0"/>
              <a:t> регистрировать и хранить уведомления в одном месте. В журнале регистрируются все ошибки, информационные сообщения и предупреждения программ.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ru-RU" dirty="0" smtClean="0"/>
              <a:t>Что такое журнал событий?</a:t>
            </a:r>
            <a:endParaRPr lang="ru-RU" dirty="0"/>
          </a:p>
        </p:txBody>
      </p:sp>
      <p:sp>
        <p:nvSpPr>
          <p:cNvPr id="2050" name="AutoShape 2" descr="data:image/png;base64,iVBORw0KGgoAAAANSUhEUgAAAm4AAAEsCAYAAAB60D/pAAAABHNCSVQICAgIfAhkiAAAIABJREFUeF7sXQd8VFX2/iak0UPvLSSgAZSiiEFRkCLEAiq46q6w6oKISlzF1RV33V38o+KuoKiADVZXBUSwkEgVC1GKiBCikAAC0luo6Zn/Ofe9N/Nm5r2ZSUjPuf6eM3PLKd97zHw55xZHnae3OB1wwOl0ov9PT0GKICAICAKCgCAgCAgCgkDFRCCUSdu1m/8Kh8OB/tcNxNXXDkHTps0qprVilSAgCAgCgoAgIAgIAtUYAceNN97obNCgISZMfBznEV6NoRDXBQFBQBAQBAQBQUAQqNgIhHKkTZE2R0TFtlSsEwQEAUFAEBAEBAFBoJojENqnz1XIItLmqOZAiPuCgCAgCAgCgoAgIAhUdAQcGzf/4jznDKvodop9goAgIAgIAoKAICAIVHsEHIePnXH+8tvRag+EACAICAKCgCAgCAgCgkBFRyCUDZQ0aUW/TWKfICAICAKCgCAgCAgCgEbcaIGCFEFAEBAEBAFBQBAQBASBio2AELeKfX/EOkFAEBAEBAFBQBAQBFwICHGTh0EQEAQEAUFAEBAEBIFKgoAibsGW/OwzWJycGmx31W/kiCuL1F86CwKCgCAgCAgCgoAgIAhYIxB0xC0/6zQ2fbsCp3ZvQ48h9+Hq3rHWEk21L77wkTpKS4ogIAgIAoKAICAICAKCwIUjEDRx2/pDCi67ejD2Hm3kq9VZgKydkxGevxWFzZ9FWNSlrj5C3HzhkhpBQBAQBAQBQUAQEASKg0DQxO2Sy67C6qULkXlwHwq7dfLQlXNkFSLxDULq1sHZQ/9FWP3naY8RLQtrTdy2YuETb2GzpcUtMfjRx3FNE8vG6ll5dAVe+fdSHGqRgEcmDkLj0kKB9bwP3ME6zO9LS5/IFQQEAUFAEBAEBIEiIRA0cduy8Vtcd8NILFq0EQWFhVifuselqH3ex2jVqh4m/X03pv3VgQ1b1iI/rINqtyZunD5tiSGP/cWLoG3Fgr8kqTGSYSWImDy9+DkOtrgBjzw/A6XOZZsOxh2XPo+Xnliq7l33u0mnZLoVFlIEAUFAEBAEBIGKgIAibiFBsKTuva/Gys8WqIhbi87R6B3XhgaGoCBrPxpmZqBOVCiui6+J1k2zcabwB0S27Yc1n6+3lc18gOgZtXvCYFdfEcAqWxsOY837n6P56JcxsUvZaW424Ak8N6Ds9IkmQUAQEAQEAUFAEAgeAS3i5s2eLMZvXv8NBt00CgsXbkBBQQHWp+1Tveplz0W/6GM4eiQU6XtPIT8rHFn752PLmVtVu8NStkbPmLU5QszKzPVb8OFjSWg2pid+mvsZDlK3FsOeQuKA5tqAI8sx/QWtnit6jHkFv+tqyDqEL//zLL44oH3W2ljeG/ix5Y147M+DXdGro6ufw4tJwPWPP4H+Tam/pVxPeZrUy3D3iz2w1Z+Nhjnq1comO33c/wgOH7gMzY4+jyce368kuP3XsTFsVq1cjPoxwHtu/7U2k736OE/fPWX64GKokFdBQBAQBAQBQUAQKDcEgk6V9uzTD0s+eAeZR46jQfs70btrO2V03uGR2PlzE+TnZGFUn2xsO5qH8Jat0btdW3ydtMEmVar5a5cSddfvxxfLe2HSv2eiCRGql56fizXdniSC9RM+INLW/I8z8QiTNdX2HNb8hdsO48t/P4ufuj+NFx5t5gVsK7TAJrJxiEbScBjbDhEhol6aTnu5Ax6diQGg9keT0FzpYdE/YSvsbDSrtrPJXl9/su0QNtJFfvyb/WDdz+LDZjNxh05Q7fFrgf629rp9XUWTDN2+m+/JT7Bq8wJTPgoCgoAgIAgIAoJAGSMQNHHb9P3XGH7HPZg5aw1yKeK2at12hJ49hQbfrUHEiaM4U68hTg+4Ac4TkZoLh3eoV7s5bipDyhE3j1QpJ0+Nen7fCkNHD0FTrmw2BIN7fYqtRzlKx6Tmcgzupvf3aPsJmw9Q22PNvc5g1fp279ESySu3YMBdtPI19QtsbtGLyMsPmi3H/MhVHNBsn/HZxkYzZzxqY9PRQPrIj4GGH90xKKEV3j1yRCOZRBiTn38QyWwGlZ73vEqEzso+anTh7G7f9v4bcFw/Fi3epvlsqt1fm65EXgQBQUAQEAQEAUGgXBEImrj1uvIaLFvyIcJz9iE/vx2uu6IzTr/6bzSOqY/Q/WeRV8uB3avfR+tnaEUpF6cTP3611Za4cRemCt7EzV2vMTp3n8M4StExdFc1ipTx3DyD96mMq/rs28ZNrE39/5JhGLY5CWmO7hTEOoAeg3viEHEXY6StXDXc2ybvzyYbDcN03d5yVbWFrS4/mrYgQnnQw0dWr+xUoLXCsCefwgCO/KW+g8e+WI6B3bQ0stZHk29o0XDW7aUI5QqMw5+7AbSI1CST3lu2KWOlCAKCgCAgCAgCgkA5I6DzBI0MaKk36/c/fPcVrh9xB3IjLifiVoCPV/2EE998hdBTp9DuscfgiIzAidUrVL26Vm9RrlnL1CiQb5u5nt/vx+ateoTp6GZs3t8bl3KUrVlzIjUbsCVVt/XoMiz7wWjrgR6tNmDZKn0ckzl1GbKbo1uPA9S+jGaE3YDrKDLGdEb18SfXQ4ZZpo2NLr0s18Ymv/q649JeZj8offn5frSgMW5fdDsMQuny0dtnT3uT3tpImyh395Kj4W3dZoyXV99nVjARTOQZkGdAngF5BsruGQg64nZZfH98sfh9FXEryG+BW667FIdXtAdq1ULGhx8iLy8fNTvGqHpVKOL24g/penRIq3L/X1EldTEJsa7nhtZocehNPJr4m+rS695ZIN5GpQfu+utwvPh/4/GoammNhL9O1tua47rH78ehic/g0c9Voxp31yVunc0G3YgWE2cBVO9w8G5yhi3+5LIkb7v92ajp1v5vZ5N/fd3uvh9bTH60vPEZPObyYz+Wkv/axh3s/z1o5uGLnb20EcuNfyLC6vZFuw/ajbBuM/si7wUBQUAQEAQEAUGgvBBwHD52xnn4bG5A/d98sQiX9+2PGa+uRqMOzRBWMwJ1D/yKtl9/hNrpW3GqeXv82n8kcmJcSztxKG0v/vLEbQFlW3fYjPce/gwtnnpaRcUqZqkMNlZM5MQqQUAQEAQEAUFAECg6AkFH3HpfNQAfvfsGRdyO03Ygw/DHG3qTNrrGjnJpvdysnyNuRNw4fFq8QtE4HqinKIsno7RHVQYbSxsDkS8ICAKCgCAgCAgCZYVA0MStZr1G+MOEJzD1/xYgd+9R8AHywZQLIW4s35ifFoyusu+jkdKKbWPZoyIaBQFBQBAQBAQBQaB0EFCp0mPnC0pHukgVBAQBQUAQEAQEAUFAECgxBIKOuJWYRhEkCAgCgoAgIAgIAoKAIFAsBBRx03eTKJYAGSQICAKCgCAgCAgCgoAgUDYIaBE3YW5lg7ZoEQQEAUFAEBAEBAFB4AIQ0CJuNgI6t6xr0yLVgoAgIAgIAoKAICAICAJljYBf4uYE/ecsa5NEnyAgCAgCgoAgIAgIAoKAFQL+iVshUFAozM0KOKkTBAQBQUAQEAQEAUGgrBHwS9wKKdwmxK2sb4noEwQEAUFAEBAEBAFBwBqBgMQtv4DCblIEAUFAEBAEBAFBQBAQBModAb/Ezcmp0gJJlZb7XRIDBAFBQBAQBAQBQUAQIAT8EjdOleYXmbgtw6MNpqLTpjUY1yFIjHfPxLBxwMzlDyLa/D7I4RfUjfX1fAwbXEL6YEog28vT3gty1m4w37Ob8V9T890LsvHvQXb9y6p+J2YP7oLJxs25/EWs42ekrNSLHkFAEBAEBAFBoIIh4J+40cKEgqBTpTsxZ2g3/M34ke0Zicm4B+8fm4kBgZxu+wBeuXkArmjwmOr5hw/Pox3pLZODuPIL4bx7CQ79ZzBpXo5JjZ9DIdUV+FNenvYGwrJY7bx+uA/+uX41xjIr2jUTN/R+ACuCuXfF0hfEIGXD47iYnoVDA/X+VDdnWSHGGp+DECNdBAFBQBAQBASBqoSAX+LGW4EEtzhhJ94Ydgk+u3kL9i/dib80fR4x61bhT7seQqvGD+LdI68EJG9txq7C/rEGtLwoooxg3vkLnLHX634ygQG0RRn+9Zebvf7NKmarl9/tY3ERPsaOnU5cE2zUtJiarYfR8/TA47jog3N4boDpWWg/Afe2L8Nnw9o4qRUEBAFBQBAQBMoNAb/E7Xx2Pk5kZgc2bs9nWLJxNMa+34r6/4wcipVlnc7GiV7T8NrtjfDvGQ+g++gO+ObpRnhgvi7u9vnY+i8OnazEPzu9iOgVX+D37YC9865HwrPAX/TPwG68d/tleP5Hw4zLTW2BTQvU45slbyN60DTdz1y37Zk0cs8s/GHQU9ishIzGazv+g6uLaO/INzci+lWz/YasYfiy0+1YaBjY41ksnX8/2gaSb2lTIC8DtXv5/fUSwvwRbG1A9zAz0P3hdsOPEro3xvPUi/Vb2W7WabQbunV73xyOZfdp9677UxvxLj1/XOyfwUD3QtepP7fWcqxslTpBQBAQBAQBQaDkEAgpEVF7dmBzj04g3uW3XP2v49i6g6/5GDn/Rby3x7v7SsxNArp7V4N/lPVxPm0XUrEbe3ZcjmhLw+mHetASDFF66XoTmDNvt5cyb3s1krls2Ebdz+P4W78O+P18w3bDDyaAXEx+/bgDPnAQifPEIxibiovHBjw/qBG6daLrPuA1Raq9i7c9ejuTTr6n3t0v5HPA58nAzuq5IF9eBZ7l+7aC/gp4drzrWbN/Bv3dC76vtwNvkjwdF3s5F+K0jBUEBAFBQBAQBPwjUDLErV0ndLckHkyMgNgOer7t6z9rxMAcaTLZ983T9OM44THEeti8E7t+jEM7S3Ll37mArXuWYRmGo5+V7D0ZSKclC24yMw+bM3Z6iPSxl+X9SJFHPboTUL9LPpMCg8y5R/nKD2xTYJ12PUxEaEUnzOl0vQ+x9rGHRX2dhIWdYihSWMLF8nkKVgf58gJHL6m0ux9jb9+AXQYrtn0GjXvtey+WPX4ZmIz/rZ9Jv62cYG2UfoKAICAICAKCQNERKCHixj+O83wjUl+/QinO0ejPP3ic4uNIjoq4bcRfengZS+1zMN/zx5G7MDEIGH0puuM8Yu+aJcCwIX5IB6dH9Ygbv5qjUHb2FskUgyxxOtWLKNnK92NTkXT76dxuCIb0MJEd7mpjzzcr5mHkIKvonB/5gZqU/nn48utAHYNp1/54UD39PoN294JX21zuSdr9ygnGJukjCAgCgoAgIAgUD4GSIW6k++p/bcSQpMsoosZzhfTohSJqeiTJnE5VkSmzwdT/PkpL3udLAJgYdPdLrornOM+tm/tsnH10rF0MRf4syKhSZ2OvTjh8U6rB2GgmSnby/dkUjI4g+6j7Y04h29hDGH45XyfmQYoOrhullyeMxsL7GuGfZvJGhOm9oMjcBixbo6e19Sio9seDKaXv8wyaLTPfi8sx5IUv8Bpuxx+MVLnfZzk4D6WXICAICAKCgCBQHAT8Lk4omkBtLtfvvSbXu2T0ewh/oUn6CZ2eAnqMxkiviFv3p15XixPcRV+UAJo/9a+SX9poTKhf2Gmer5uDrgdoccTfaH7UHwYRGaVpUqqoienaW197uZ4xmI9dndxjRtK8KI8Umy5Ke9EI7vOGbFMqzlr+QBubfAmvh5qgPphsUXPvtMUixlBfe9wLBDwwHPRntDPIelB6bTr1+w/NT+tE+NOcO6OLWsBh09+j+nLEZoynPyK0vWn4Hqg5hX6fQft7wUP5D5M9tEimWxLb4P9ZDsZC6SMICAKCgCAgCBQHAcfhY2ecJ7KdlmMbRIbi6Iksy7bKXvlPmsNlrGT19MVzFWVl97P07GecktDfg6RZ1ZWeBdaS5f5Z4yK1goAgIAgIAlUBgRJLlVYFMMQHQUAQEAQEAUFAEBAEKjIC1TbiVpFvith2IQhIxO1C0JOxgoAgIAgIAhUbASFuFfv+iHWCgCAgCAgCgoAgIAi4EJBUqTwMgoAgIAgIAoKAICAIVBIEhLhVkhslZgoCgoAgIAgIAoKAICDETZ4BQUAQEAQEAUFAEBAEKgkCfvdx2/j96krihpgpCAgCgoAgIAgIAoJA1UfA7+KENo1qVX0ExENBQBAQBAQBQUAQEAQqCQJ+I25nz+VW2Q14K8n9ETMFAUFAEBAEBAFBQBBwIeCXuAlOF4bAN1+twHdr1+D4saMXJohGN2rcBFf2vRZXXzPogmVdqICq6teF4iLjBQFBQBAQBASB0kagWhC3eW+/igcfSsSZc3mljadL/ldfLgMTnIsu7oJLLu15wXrPnj2NZclLUFhYiGv6D1HyqqpfFwyWCBAEBAFBQBAQBKooAtWCuF3ovXM6nXA4HEUSw5G2Ll0uQcNGTVCnbr0ijbXq3Kx5K1XNcg3iZtXPqu73kzZbVdvWFYbXw/vPRlu2VyS/LA2USkFAEBAEBAFBoAojUGLE7Vx+Ab7LOIyBF7UsNbg+X/we2rSPxaU9rig1Hd6C9x34FdnZ5xEbHefd5PfzyRPHUT+qAV0NUa9elN++wTTWCA1F/foNsGHdd8F09+hT2KCx6/ONlzdHaKgDYbQRTI0QB10hdAEh9J7oKZyFwLuf/2yroyL5ZWukNAgCgoAgIAgIAlUUgRIhbsez8zD2rW/Qskn9UiVuqVs34rd9u9StKAvydi77LJIOzMWBdj+h3/oxuK73zUV6DMLDI1CrVm1EREYWaZxVZ4cjBGFhYVZNAeuceU5Xn9AaQBhdfS+tjf6XaauGt+zIweYduTh8vAB5+Q448rL9yqwofvk1UhoFAUFAEBAEBIEqiMAFE7fDWbl44O1vMez2IVi3bG2pQ3RDwvX4fOkXSk9pkrdzWWfwxcaFOH5lGuo6IrHu9Bw0X/EpenZoRmlTzU1noRM1O9yOzNDuln5zlCw0NIwIVzi2/PiNZZ9gKy/pcXWwXX361cg976oLp1BbdKtwRdrWbz6I82eP4tqrLkFMmxC89N/9yClsADhzfWSYKyqKX36NlEZBQBAQBAQBQaAKIuCXuDE/8Te162hWniJtQ0cOwrrjlGML0L8k8Dt06BBuu3U4Plq0RInr3jO4tCn74c8XluU8/TNO7fyfkvvFyV+xp2cB6tSqifNZ59F8YCt8le5A94hHMG9zZ/xw9kcs7LMJ+/asgKODNXELpfBWWFioK1I2cMhQJTtQmfnOJ3jwjzfDeF25LNkj2mb2Ixi/HAXuCFoIDTh6ogCz5+9CyprFaND0IuQV1sagfh0RkvMTzhf0gcOZ4xersvArEEbSLggIAoKAICAIVEcE/BI3DRDrSfnHKdI27i0ibbcNxLqTNF8qPBxM3SYu/NEWx6dv6IrGNcNt29d/vwarlmmEzLqTA+Gk58iRIxh52wgs/Gix6ta9Zx/r7q5aRUH1y75rxJkk9OjVDnvONkDhD5loeCgH5xrkoHVMc5xLPYNaJ5yYt+NBjL+0N+oRoXNmGbKsMapRIxQ1KOLGESouc9752F65qYUR4r7Ga3TLmi4ZWjdDX3B+wYu4nc924kxBbbS7+GaE1myM6Og6Suz+/ceQX+cI5VJZs7VP3K/0/dK8lP8LAoKAICAICAKCgCcC/ombTZTqEG3MO54jbbcOwPpMmuAeHkYpwVA4+g9EAU2nchYUwplfiLycXGRnZePM2WyMio7AtJXb8cJN3WzvAZO2GxKGEoHYrwgaz+mKpPlhERERSn5+fj5yc0lmdjZOnDiBwYMGYPnKZSo65I+8GVGpQBG3iJp1kV8zBjGhe3FnTDsiok7MwXaEh0Zg/5c7cUt4NBo1aoPde04SeTml/IiKqmsdnSKbQnjif40a6uIy4U+jbH3nhgLCjbf78C4rlye7ZDCfMvwI1i8HClwiefEBr5AtIFroDG2EofG10LF1KD5bsQ0HjpxEk/q1UCPnoLVPLKUM/PL2Xz4LAoKAICAICAKCgIaAX+JG09TVj7y5HDyX4yJt604SaYvQSBuvSuSehbR1RlZuPk6fzaUrC2fPZOMcvZ5ppse8ArCn06dPIycnR6nkbTgKCgpw/vx59d6whckN1+/YsQNXxffB2m+YvFEa02/kzdcX74eggOas1asTAZwJQZfo5liTmoGQ5mHI3JOJK9p3xYgBCd5DsGLRJ2jd0Tc6xTW8YpNxMYjb19+m+IwPtsKQwXI970lgv9RSUb0UOB1EgIHcQgeu6h6By7uEY833e/D2e0mo1agLChy1EOI853PfjfFl51ewyEg/QUAQEAQEAUGg+iDgl7hp0R1PUvIApUevv6W/nh7l+VsUUQoNAQWLcDq7EJnn82ij21xknc9G3vkc5FLErZBeka+tYPQmgmaoWRNH1zhSxZE1jrAxYeHIG188lgkcX0b0LS0tjdKmt6i0aY9eV1reOR5nXJYd9MoCihJSqJBCX4XIzstHSv5vyCHSk73+JHo2bE2E7ldq1zsTeTybQ32pWPtE3njpvfv2m1zq9x06jpdnzce0Zx7wZ5Jqe33OOyYdbqIWrF81HO45brQAGMSrkU8YXtMzEhu2HsH01xcgol4MIhp2Rx4RYofD3751/v2ycsbOVzu/rGRInSAgCAgCgoAgIAgAfokbEykKGHmUd8Zfg78u2oRbb74aSw9Tk6MGTtAixMwsiowRK8jLzqUpVbkozM5BgUHasoi45WmnFnjL874JHG07d+6cImo1a9ZUKVOVhtVJG0fa8kgWEzvue+2112LBwo9x7XU3+NhqyNaiVL6+eOvmVKXTmQcHkbL/7tiA1LYncDTlBO7P6YXurVup9C91cHE3AxornziwyPXGxbqYcD40KwUHzoVixu9jlHquM8rJ7CN4+Pub8e61vnu1GToMuTwmWL8cBaddOujWEGmjiCX5UivSQdur7EVY7bao3eIK5GTlq0hmSMFJeyxt/DIU3L38SiRe9iIR3b4uncYbs/+LHu2tqq388hkoFYKAICAICAKCgCCgEPBP3PSIkRmrxpHheO62nnjio28weMQAvLmLCBuRgHvbUTQsnyJv+WEoyHWgMC8E+bk0jyqvph7i8Redcmto0KABmjdvrogbEzYjRcg9OEW6a9cuReyYuDFpW/TxJ+g/8EZc0v1y21vKZEcjOQbVsu6aR8Tt5LmT+PeKL7C9eSZCNhTiL3X64MqeHRBJK0QL8niumE7ciG85dNJlHXHjOWsFKjKYr5NWtn/GWG0hxYGjmcoIY07bsawDeHTDSI86s5UFnN/Ui6EvWL9CCrX5eDw8OzeP0tkcIS3Efz44jr3bttFT0BBZ2WQnk9IaToQUZtpEETUDrPwybCsILcDzWxKRGDcVVzQeYHZB+Wr4b/ht5ZfHIPkgCAgCgoAgIAgIAi4E/BI3q1Qpj2wUGYYXR/XCPz9PwS39++B/GQWgdQjYnvKDX2j/OrSLX0Iw9MZRWLfe/35n/a+9GgcPHsQ111yj9nPjeW2X9tCiN7bKg0yV5lN69Le9R9AppCHaHaiPMddcpubshVK6lhdcFDoLKEJmkD+OlGnvLYkbR6Yo5avIp76qlCNOiW+ss4y4MWnrGHsFdqav84jCGT65dDAJZcbGJUi/HE53qjSfVo8UFFI0lPyICA9F774DsHj1EeRRFC6fUr/crom2Ibk2fhl2hoTUwMXkx5yfp6D3Vf2NavVq9n9BYi9PPWa/PEbJB0FAEBAEBAFBQBAwEPBL3KwWJxgDo2hRAm/v8a/Pv8edfXtRlE1Lhb50a49io3vFldeAL7vy+stTVASrX79+irTFXz04MGkjYUxBjPlgdrK5njfUvahdY7St2QWRFPHjdCKPK1CT+5nwqE7qPQt16gTKirgxdlrEkOYB0pYgSj4Rt5fu00jmoeNa+tJIlf778gUUcdNWnZrTp2ogF0MXyXVF3FR14MUJ5lWlPIetoIAiooUFmHBrI5LQCGkZ+5G6l0gb+Z9P5NSBXFuCbeeXYWY4rVbdu2sL/nTRZB8Cavbf5aOFX4Ys79ff0dxKKYKAICAIVHUEeL9S/q37dn16VXdV/CsGAv6JG0dXbAIvrKtRZCiRty5E3n5Aux5dlXp//Ythn8+QqKgofPZ5Mq7qFxxpYwHMDdiNQLbxqtIQWpwQSpGyfCI4nAnlVaHaaCeRHZbmnpNGuVJln51cQ6e5/ZE313tE3JQAKg0jWuCl3h/jkfW3GFUer2F8VpVezPPCgvHLLIjTwfm5dKlU6WHUK9yG775KQXjzfigIa6oWZtDSEFufWJaVXy4dBMn4i55BjwbxHvYbHwz/50/sqaqs/PIeOGpEfzrvtR6effZZxMXFoXVrWigiRRAQBASBKooAT0fZfTwT19x5O3LoqMf1P+ysop6KW8VBwC9xY4FW0SSzIt5Q9583dcXfPk3l3gH7F8dI8xhF2q4Zgu6B0qMeitiuwL4UEnFzFuQTQXOTMzNZM6JEruUJlG7Mo7+KrDAy9HlHxLwjbmYzo8Kb4J2rrFPFIXRWKRdPP4Lzywk36cvJySNSSvMRHQVYs+EM8mgT4ZD6XVEQ0pgijAXkO9MyLdJoda/s/DL6zr56ldUwV53hv1Fh7ZdbxMjh1+Kuu+7CyJEj8fnmY9j903GALymCgCAgCFRxBJIXLcLPBw6jd6+O2LBpVxX3VtwLFgG/xM2bdNgJjaIFC88OvwQbfz1mSWLsxhW1vl37GLSlq2ikTSdsQaQUz5w6hm+/OuZhljYRnw9fz9dWs6oVrbR6ll7zaE5cPpGdLnq6zzywUaMmOHee9kOj8BhfXN585z0P2XwignedHSYhNTTixnJdqVKNRQXEPLxwDwUKtVT2wQ3/tFPhrqeVwlZklDsE45eVAjtfrfwyj+dIG5O2pZuP858FVqKlThAQBASBKonAd9/uwEXxMYjsN8j2O7lKOi5O+UXAP3GjoRacxFJgvYhQDOjc3LKtpCpvvuXOYonin3ud4/gdH3PddL/tRWm8ut8AfP3VKjRu3AR169bD4OuVArfCAAAgAElEQVRHFGW4T9/Mk8cx/4N5YLnGPQnWr3ffqVx+Gc7fetM1Kj26lCNswtl8ngmpEAQEgaqPwC/fZeDlV2ejz6UdsW6TpEyr/h0P7KFf4qYNr/y/mH+6fyJtd8ET1MrOl+sGDVMrUhd8+B5Onrjw1F6Dho1oXt8AsFyjVFW/zI8tz2nbs5UOw5UiCAgCgkA1RYAm5KjFbmX5G1ZNoa4Ubvslbinrt1QKJyqqkS1bd8CoO+8tUfO20UkR5V3K0q/GjRtThFHb8668/Rb9goAgIAiUBwK84p/3N60I3//l4b/o9ETAL3GLvyxG8BIEyhWByMhIWuFadpHScnVWlAsCgoAgYIFAnr5eTn6TLcCphlV+iVs1xENcroAICG+rgDdFTBIEBIEyQ8AgbmWmUBRVaASEuFXo2yPGMQIOfSsUQUMQEAQEgeqIQJ7rxJ7q6L347I2AEDdvRORzhUNAUqUV7paIQYJAlUPAeXQ/Vr0+Awd+pvOby6i0vLgLrhs/EY4mrfxqzDPtLeq3ozRWCwSEuFWL2yxOCgKCgCAgCPhDYPEzT2LCY2MRf+Xf/XUr0baU737Eq6T3llf/W6JyRVjVRkCIW9W+v1XCO7vNgKuEc+KEICAIVAgEztK2TVdecSnOpW0uM3tY3/OkN9B3nMxxK7NbUikU+SVuL78+t1I4IUZWbQS082Krto/inSAgCJQ/Ak46q7mQzgl1LYgyHU3Nb7mez7Dmota66599173TsYL0n5LD89P4XGtDlqrTZLA+LoG+43L1/kuWLNEGyv+rNQJ+iRsj8/QTE6s1QOJ8+SHw6aL3lPJAf436WLjuadz1xHxXdeyEFXjmtnY+3aTCQOBrvNV/BS77chA2qtd/4VJw3X1YbQlSD/zhvfm43v+0HMuRVbZy/zw88/tnkd7lKfxn5mg0Ky1HWc9UYDzrML9X98v7HpaWEVVXbiGdVe2k4w1NfM29563OvT755SBWZhxxgTAwpiluvqgF7Ort0GIdrI9LoO+4fI3fYd26dXbipL4aIRCQuFUjLMTVCoqAcRB9UOatm4w7nkjH3f/LwFBFLPYgecJ1+IdjFf4h5M0GQjoFtkssWjg6oPUN/BqCEAolONCTcFyg42gM/QpvXvuqWumrH8FrI7OaVO+fi7/fNQU7ukzGS2syULqH/hGmrf+IB/qPwiP9n1UAX/d8Bt0vfmd1D6vJPShBN50UbSvMp3OdjYiYHiwzq2DS9tH82a6q224fBx63avdxn/obOjZW/TwicsYHJoI0jkug7zgj4ma2Q95XXwSEuFXfe19pPA/016jbESJp736IgS/sxLDWRm17DHvqaXx/55v4aeQUdK80XpeloUTYon9VGx0z1uqV1KtL1XnaYldflhZXDF30vE2dgrb0vP3zirKzqMXIhfhwpLc+63vo3Us++0egkKJthbl5KrupipHmVO/povoB7RqAydqCD15XXfh11B3j1WthoRYa48/cz0kkUB9miuLxvy9OpFLEjfRxCfQdl+8RAlRDpFRjBIpN3BYtWoRv0rSHLlj8pj99e7BdpZ8g4EIg6G3c9n+J71LvwK1Xev2F26Y/ruy6FAcPAj080ntr8MbV92KlB9Y9MfrDhRjWitteRatpCfhu0r+wg/p0eng1/jWyndZ7/1w8/TutnisGTtuJP/Xhd14yuz6NGa+3x2d+ZG2e1hFTP9WNuOktzJ90rVuOGj/GFck5tHAkJr4Mk41kv98+JGq/2dY78OQ33gS2HYY9PkYZYLyqD1xCCEu6fIqqLy5GLG0PksYPwLxUTbKGn45dkfwxsPeUp0llXwdigx/sPf2ysol67Le717uxn563Vr+NxO8e36REuZ8RHRv1LJm1GPUvAlPc/vvYq4/zvd/0TFq2+bmHnk7KpwAIFHD6UmdbzN8MzmS8T2gXRfPcChVZ++C9mUoavxbo0bM7fv8g+retj2HtoxQx4zlxam6cl16e9mYUy39jpv65xsQ6LxnysXoiUCzixqRt3759OLUrFT2v/xOu7h0bEL1pz38UsI90EASsEAiURnCPoW/HrrFoqVJ95sKJv03Y/xvVuyJx3M71PTHmw0VIUPVrMOeqV6iO04DamHnzbsAr3+5G89/ewVO/ewzJ8dyX+hFpa/fibjzLZE21jUSykuMtU5PL+q1lAT0f342Fj7v1J985wCWnE5bix/336PbtwY+/Ejmgrm4be9Jnf33Y1qWI/5BsZR+//yueWrgPPUfpBJTVWhb2w9Bj7mCuLy5Ge7D0/gH4bsAaLJxltkPDLrA/1tjfMGs3btDvYSvTPd3oB3u3Z3Y2+bnXRD734gO6yI9v2Q9+fgbgzba7MbZPIPw6IMHWXgP3NficJhl63m+7NsubKJVFROBY2k/Y/fH/Ao6KoR4narUDk7TXXvmXq/8DDz2NS7P2I+bHFGz/MaAYdAiPUJ0CfcfJqtLAWFanHlZ/Swf0//CxE2jTpg2iWlzj29dZgKyMJ1DwSwLyMn/ybbesScY4PU2jpWa0lI32vi9mZFgOqr6VGTPQl/HqOwOlCg3rMXSY31sgnzGjLxzjkt0tho2u+1r8++j7TJifD/N7+lFLzcAhq2eJCFrrNt7jNHPd8s2f+X1P/PHpe2gOEY1rcw9G3kTkbz+937+bfqzvRO8rdXnmNj3F4mmzH1kse91TGHlVB7r+iBXU1Zye7HvdRZj7/hqtbt0cfNfhBjBFCLqPsnUT5v6O5dP12AfY8etufbw3Hp5YstW+2HOtWX8xMNq/miKjd2Lk7e295Guy/frsF3u232yf8dnGRvNzYmeTX31Mosx+9MdNE3ti7769uh0m3An7Oevs7DPj7LZ/8wt/BP74kM/95nvi2+bvXkqb73Psi4mGPFCDyFRIRARq0GW88vsaEZHURhe931AvGj/VbIWXXpyMnJwc18WfuZ7bVV+WpV9qvJJBsvTL0BnIPiFuBlLyyggUi7g1a9wQ27ZtQ+bBr+C9oXPOkVWIxDcIrZuP3EPzKD4cbDo1HtPTKe9PIWH3lYSxcp/cCBhkaDQwj3FaOxH8l1+plZiJmDdqAWL5By42EV0n2+gju0YvGIX02UPdpqSnIWVskn4vL+w+8lL5oK6216Fvt/exgX4gPfrTj3JK6kVo1dZXDnmmyIPR3/zZs20PDu7WfmCNkxwcJrs41WHI8ZbJsm1l7ado3aPA5O/24OPvvsI93dz2qDF9x+Ge3SuwmWRs/mY7EeloD1kB+ygmc6cun3XQ9eSAoPC08sPbF1u/dAZliZFFmwf+/ny2GGvG3ts+38+m+2h+rizkKpss6l362kZrpMpbDkGu6e2FexbomP/nTqyY+w4O+zwL3s+G/pmei49C5mJ8vGe7+mTTZmAor77/zoPBhL+8HDVqILRWbYTVrI1QuoxXfh9asya11cL62u2xOaw5nv+/x5Gbm6uuRx6b4nrP9dy+vk47TRbLoyu0Zi3t4vf6xfq4BLIvT19VWmrf9SK4UiFQLOLGEbcuXbqoiFsBTcZcn7rHdZ06sAjh9erhiX/tQVTtNGzeshYb0/ZWKlAqprEZmDGayFNSGRA2EwAxE9e6iLSZl5kxyli6ABiV4EEiM3akIj4ucAo9GKz5xzO4qwNuuucuLP/zX7HZNWYNZo36B/DI/bjMQg7rV+RCbzN/Bn7AWiI6qo3mz63dehf60A9piPrBfh/rv9fH0Q/pwiV6m/mH3qTPVtb+DGzv1gmtXDrc9mi2dMDlA7dj4YJ3sN7xMG4i8ulpI/f300e3dSERiOAwtMbCPPaCMSKCfRURbCubAvocAHsPouW6pzb30fw82NnkV98A9Blh9mMNPpn+A9q16+BJ+Fx2aNj6e+Y0+3/A23/+HFf9ngi21/PEz5FdW1Hvr/R3P+sGzhwJC6tdB6G166orrE4d9Vm76DO93+RohCn/eAR5eXnq+stfX8BloWfUq1HH7dwvzCyDZSl5mhyWxfq4BLoXQtwUTFJ0BIpF3MwRtwLaYKZ3XBv07toOvTqGIrZ5BppGFWJg35po3TQbF0VtxGUXtykBwDmdSum2ZD1NSF9ofc05VK/UnDlrB0oozuhLf6nSGL60Nj0965VuVCk/1mPkIC3lesrT5I5DMv3n10YPFKxsog6W+nhgOtJSxiJuB9un+eH2X9frkzc16gPYq4/z9N1Tpg8uLl8yoPE2z9hfeloKunayiQfa+mjW6U678tYTQV/xz9OPJ/DPPm0xXF2j4Zj+G174HUWqrOSQHx715s/ohfa/PqLJue0ZtJ/+PHopGddhwqJnsPcRXcdtn+HqRUabPrfJW5edrPjxuA/PYDzb+o90tO9mske3peXvEtH+pWfguOY6zVYPG7X+9n00Wx0v9dPxID3Pf2WNhY/NXtgY7ReMUTRuevNd8slt0+vf6/c4oM8BsGcbfe6p3X00P1d2NvnX1+sJsx+j6Zn4FhPiDV9+wFu36c/II7/gvmfuU/Mvfe3zfQYvemQGbmrjiYl6Tsk32zbv+yefg3vOdZwIWtSIjCRyVRfh+hVWu576rF3a+ytq5mDy319yXfx5QJQTVvUaUdNlKMKmk7Y6XFdP6eNi+d1kun/B5q2UMClVHoFiLU4wIm4nszuolTTr0/YpoOplv4N+0cdw9Egoduw5hfyscGTtn48tZ24rISBTkDiFUnKUJozhH//Y0ZiRsBYTY+gHn1N5FI1ay9k61UbkK53bmLTEYsGodEotehOJeMRjAZZmTKR+bCKRkDRQnVH8yF3rxERF1KYgTunhMclYAjsbzRDY2eRHH61rTMUcusgPJytj3bEY18kJu0iYW2MMJtra6/Z1GgXO3L6b7U2GfRsTyq4Y7gFtBnakxiNuklmGW4/9vTL6MD7D6MNlqoIjYkUqfV/ApxteCGLIAEzYMMDUz/sz0ObuT/HpXy1Etf0TXtjwJ4sGXxlGJ2tZFCV8ez9u8pFklsPv9+s9vOsN++360DBbW32U+sVCa/T1z9qvQHo1eyd4mODtm5XPwcg131NNga2NPvr3w9OmYPRZjIGVf6zMGz+rz4bf3v3N99i7zcMR+VBMBFR6lMiVvzKwNq1khjl3GUbdw2BX7yuLv8+0JaWsj0ug77g8WVXqC2M1ril2xG39+vVqjltefoGKtvHVsc0o7Px5HA7vuAO3X3kPth29HuEtx6J3l7YlBDHNg5unz7Oi+VeTx6YgLZ1EZzCpGYvhxhQrj7alWECRqskas/KxY9Sorkicpkd3kqdhQdwodDV6+ZPrI8mosLHR3D/DxqaA+sx+DMWk6fFI3WGE2YgwxnpHFW2N9GlIHkdEafJkt++mHv7afASpCo3MWQbcAvpI+yKN1oi2ITvQxN1Sa9dmk9Ffw25ci/2+JGWVhD0lJaMy+FUZbCyp+yFyiv3vlb9v1Dw0NR9Nm5fmOceN56bp7fqctTDXZ643z2HT3+vz2sxywlSdpoP1cQn0vSL7uBm/BvKqntPiwMARt969e+PjFceRwztGr9uO0LOn0CDlS0ScOIoz9Rri9HU3wnlCCwMTkyuOmgBjOKpDXYYH6BaoOWESpi+YRvErYn1LUjFq0nCkJQYaFGx7CdnI6mI6EamicKBt4cUdeuQveRwcU2Zg0lDeSCCIkj4DU5CkopXjvLv7a/Pua3xmchYfB8uAm90YV30KvYtHCjFyLd7GX2oBB5VeB9JdYvpLUlbpeVx0yZXBr8pgY9GRlxEliEDdJk2RuvMAug8ZUYJS/YvanJoO1hvoO0aIm38cq1trsYibMcctPGcv8vPb4borOuP0zBfRODYKob+dRV4tB3av+h9a/0NPV1GYd9OarSWAbQoWLM3ARI6eGVErFWVjUpOIJcmzMVRPlU6ZQ9EpdSpJAkbFJ2LKjEkYahl1i0HCqFSMnjGDZEzGbBLtIi+KLNnJtXPHzkZT/xgbm/zqG4rhY4eZ/KD0ZSLNI0viHCWHHYtbKFJHwTYmfZx+9Sz+2oyesYiLTwUH/obq6VJerJDSdbL1ile/PrLMeIyatxaTpznwNyNVGuhbrbiu+x13HR7adJ3fHsE3lqSs4LWWfs/K4FdlsLH075RoCIxAwuNP45Wpz+DsieOBO5dQjzoNG+GGJ59RETd/Jd91lIO/XtJWXRAoFnEz5rhtP9CciFsBFq36Cb2++QrN+1+FdpMmYedbb+LE6hVY1y/YfdyChTseXdNosrmDozLAWJrTpmVHh2J2+nSa18aL5blo0Setjed3JSGN5oM59EgajzPPC4uZSClCB7EXqvckL/7k2tlsZ6O5v51N/vUNnZ2EJSY/4qena3P6lGgtVaq5yP7PJuLkTcSsbY6fPk+fo+fb7q9N683El3byV4Qaaj5hYgrrN/LW3jL9+2j0Hjo7HX+7/A710Vjx5S1JPgsCgoAgUFIItO7eC/fP/6ykxJWonAKZ41aieFZ2YY7Dx844T2RrEyW9nVn47tt4+gn6NfYqfHIC7+O2e/deRHW5GaNv7YvDf3kIHbp2Rl54OG28m4n07zYgdu5CbSQ9dNNeWIT/zbqQXdm8FwJ4W1URPlcGG0sBJ14MwnvLlfC+cpdffjk2bNiAZT8dKQWjRaQgIAgIApUDgRedNZH5pwHg70QpgsAFR9x4H7d3P1+PetFX48AXC1E7fStONW+P3f1H4Xuql1INEFAb9fZF7LhOcAZe4lpkQAKlEYosUAYIAoKAIFCJEPDe6L4SmS6mlgICxSJuPMeNV5WG5xyn7UAScM8Nvck0usZRzkwvHn8XcMRtm2zCWwr3r8KIVBv1lrA1Gzdu9CvxinbhftulURAQBASByoTAuj25luYW0Jcrfx9KxM0SnmpXWSziduutt4Kvu+6fg9w9R1E2B8jT3Cin3bypinLfKoONFQUrsUMQEAQEAUFAEBAEiopAsYiboeTC5qwV1VTpLwgIAoKAICAICAKCQPVGoFgb8FZvyMR7QUAQEAQEAUFAEBAEygeBC4q4lZbJs2a9hoHtN/uId9IMzY2n+uOOO+70aZMKQUAQEAQEAUFAEBAEqjoC5UrcVq1ahcgT+pYhJqSHdK6NRq2uQL1O96raJz4Gfjj7Ixb12YRL9vDecELcqvqDKf4JAoKAICAICAKCgC8C5Urc2oauRJvLohHZpJuHZSsWfICGDQ/i1E9TVP2THbVmZ5avA1IjCAgCgoAgIAhUBwRee+216uCm+BgAgXIlbhE162uk7bR+ZFMN7UDBQaPuwJJ5b6N2zZqoVbeOhwtRUXUDuGS3Ca5dfQBx0iwICAKCgCAgCFQABObNm1cBrBATyhuBciVuBbyroLOAMOBXeuHNakJrAOd3YvjvrdOhKxYtRpfyRk30CwKCgCAgCAgCZYzAunXrylijqKuICJQocUtJScGll16K2rVrB+VrQX4hEbZ8Imz0ahQ+k42vnF+hDh41dnWlExrO5lBfKYKAICAICAKCQDVE4IorrqiGXovL3giUKHHbs2cP9u3bh4EDB6JRo0beunw+FxBhczrz4CBSpggaE7VC7Zh47uzUSZzB3dwtPqKKXJE8zoFhc/RhY5NMRzVl6Aela21jk9IRN4UPTjerGEvn0Q+nA9+nIC5pFBYMS6Qj3uloez70fWKM6mgt3zNdmzGDjomiU+Gnp6+lQ965bRgMk0gY0vWzP61lkRI+I5QEaKaxTbMxlA6WV3JM49keX11ku9Jr9ssrnWwp37u/yWbVxAfMG/7Y42NtO4/3wsGsTt4LAoKAIFCNEZCIWzW++SbXS3wftwEDBmDx4sXYv39/QISZuKEwl7KlBXQVopAicIV5+fRaoN4X5BWggN6ri947mMgFVVKQGOsAn3HpvjwJxtDZTkUMnc4kjJ0zBTMyWLBG2haMStfbnJg9NAYT1+r9FCnh90yQuJAeWj8xj+WkTwcSR+tyAGv5ZuOTMW0B0xxzMeSTTSlp0Gf+2cgighO7AKOUPXQlAVM0J0hgPP23AEuVT1wysDTNW5dZr9V7f/LN/Q2bDYzMbXb4BJDNpJMdKsNy/MRJpP2chtfe+hxTp72LKc/Oxv8WrccHizfg02VbsHb9TnXt/PUY9u4/gaPHzpShdaJKEBAEBAEgLy9PLsEAJRpx439YTZo0wYgRI/Dee+9h2LBhiI2Ntf33VpCfRwQtV5E0LszLNKIFzEjphHPnzuPkmdM4k3kGx44f0eU0x6vfP67eL5nzgo1sI+pjbtaiSa6a5HFwuEJu1J8bMpZiQcpYTF7rEYay0cHVNG7eRKjedND65LGJWMJsiyus5JskJY8bBkxOQtdhxPxcRSOcFITD2CSnTg5tZGXsQCoRxzlEULm/KmOHG+8walRXJE5LxkQ+9D15GhbEjUJXInPu4talhpI+j/PhbeUHiw1LtcEHdraT7OQlmNN1OGabLC3tt0zavli+gqLFh3Dz8FvRuGEDhIaGYffeo/RHQx4yT59TbZzW//6H3SikB/XM2RyczDynTGvauC4iwkPV1bRJXQwf2h01I8NK22yRX0II7Hp9MHo+uV6TNmYhMqcPKiHJJjG7XsfgntsxKZP/wIvC0oRMlIaakjdcJFYkBN54440yMefMmTOoWzfQQsAyMaVSKyktHEucuDHKnCa9/fbbMWfOHDz00ENo0KCBJfgqVVqYh3wibhQbU5EjI0JWv2499Ii/Flk52dh78DC2bfwWeeeykJebh8GDrsG7H5hJiKV4+0pOARJvSiJ9Q1WUbbR936BbMrAjlTozdwokP30GpiAJa4lTjfOQbxBOtqkvZsRSyhH+bDXSo2YhydqHhEmYvmAaJR5JyZJUjJo0HGkuhsddTOSWSeaUGZg0tJOXt1byvboE/dGEjxpjLTt5yRzin0zbdD+Cll/8jtt+3o6hQwbjhZmrMXfhDzh/Ngs1HIVoGZWFFi2boWnDCHRq15Se47qo37Ax6tSm1c40jzM8LARhYeHYt/84ss6dxvnz53E0sxCvvPklHn9wcPENKuuRilQ8CZ26uLX3nopNy8cjuqztKUN9irQtHoFNmctL18/o8Zg0Jgojo+YCjKv6S1GKICAICAJFR6DEU6VswokTJzB//nw64eAOW9LG/XhVqbMgF0zg8ildmk+vBTTfjV/v6JSCXVs3oVvTSLQKz0P2mfMUIs5XpG3u/z7A0rdfKrq3xoj0NKTEx0HFAlWUTW+IScCo+DmmlGMgFSlYYOQj9WjdcM6h2slX4ijSNYxSnJO0ZKu9hhSkcfTOTlZMJ4qg+bM1BgmjUsmXGViCyV5z2ey1uloCyg9CBvlqiY+t7GSKoo6liFUwskuuz759e3H8yEHafiYUwxKuwG23X4vobh1x5ZAEtI3rgbOhrZFxLBTL1h3BB59txYsvvoWn//4q7k2ciz8+NBvT316JtT/8hkZNmlP0LQL7DpwsOePKShKTicxMZBrXpqnoXVa6y03PLixbHIeFZUROB03X8S0jfeUGqygWBASBUkWgxInbsWPH8PHHH+O2227zmyZlrwoVcaM5bfSq3lMETHtPc93o86iO32L5t5tQq1ZNBcLggf3wxtz38MXcly8MlKEUjaIEYyzPgRudhq6uiWY8n43Sl4mxrsjfOL+Bn3h0TRut9aVFAl2T9LlvtvI1s+Onz7MhUsbcPFoM0TVJS13ayhqK2WpendtWh5exMRMnky8UZrNkQqZ5gMNS3SlfF7KB5Qe+CTb4UBTQ1/Zx+uKMORim5iZSSLSMyvWDB2H9j1sR6diJrz59S2nlZzG6fVO0a98MvS6LxWWXd8LgIb0wNKE3fjfuXvxh/Bg88uitePiR2yi63B91mzRUBC42pn0ZWV1GajgaNzgRiYOjEBWlXYkrdN3cptdFRSXCqAa9S3TVRyHxda2fMY6jXFGDX8cuFmMlY0WiS5ehU/X3Z4sHHF762TArPbuWYTHSMM3bB6VHt88s16j3a59pHPdz2W1RX0a3UNQIAkVFQC0MlHLBCJQWjiWeKuVjrHiOWzCrSs+cOoZvvzrmAU4BR95oMUJefr6ahFk77wekZo3DwP598b/5CzG8Lecj/RUiBU6rkI25XltwMNFSDPej+V4+bdZy4yatpRWp3p3t5Guy3b3NMu302skiKTSvbq3T1wu3/2Z9wejy8tFGvrX9XOuLkTU+VrbTHERaUqutjNU0cNq8LIqRKn31ra/R78berj8gVERY//7yZ0t4WCgujmmNTxevpT84TFvblIXxZaFjfRo6b6JoEedMmYyMTERCZgKWUno1bmEmltOUMJVyJGaWOb0jXh88EqD6TGOqGBOexb2RNo3Iy6AYvLyYsoXKbiJYljKmU+SP/ijhcfcDs4wIFX2GpS3T4Z6VtstXvyKSFrY+TCasj6N5Z8vVeJcPXO+vDPJjn2sc6Rw5V6VFPYtdvT+F0iYICAKCgBuBEiVu7dq1K9I+bgN+/2ZQ9+KJf01D86ZXITLMgYemfqUIXViYTP4OCjzpFBABTpW2aFxf9WOCpm1T48TRk2doP+gacIRoq5NDQ0JUO+9bU4NO+WBSxx/5CqN+XKokces9AkOMiW6DEjAG05CxojPSiJTM0hlT9JAR6P3kUqx4uDNFsdz1bvBHYNKIxbh/cBxGTBpBJI5admVYy6BZ+24i5pag3lnZQqG7QYZ9Kormpd9OD9mK3p2hn6gHsw9Y/yR6EtkzyhgiosRJgy4rEqeh80JKN7OfpmJXH7Rg6SgICALVHoESTZXGx8cHvflusMjzD2GN/Bytux6AEdIWLHqVqR9H64xtVsrWbu9UKafpmZzt2HsMO/YdxfZfj2DXb8eQTu/37foax1Oux5FvBuLArhXYf/gkEbyzLoM5YizFGoGO4ychLi4B44tAgKwllVBtdAzivEUZRM4854/m+6looXdfu88UlZzWeZavn3b1dnKkXhAoJwRKK8VXTu6Um9rSwrFEiVtpoBNCUY5QsnLRp0vRpk5FirIx0fDewLY0EKisMisPPkaqNNvZEZpo3Q8AACAASURBVFcMuVtbIEOp+s5tmqJNkwZo1aQ+6taKRM3wMEQemY4rr4nEVQPqwnnwbVpFeg57DpzA2fPaHxdVnritWIq5HPWilGccRaVe1ie27Vq2GOvHJFDkawhGwF3v+fQOwnTzHhhMnKxkBPvIG7YY0TYeZ6XfVk9HcHxwmcHIdm6nzGnMha0u5Ujd0gQsH282iuyyqw/WV+knCFRIBHibLdoBwbVnqGYkbxrvsKivkC6Uk1EKo74zaF8Lo3hjybtLUB+LifYlmiotLf//8ffJpSVa5AoCtEebO1UaGRGG81m0tyCdm5t5Pksd5hFBc9hqR4YDxz6hfQppa5rt9XH0eC7aNz2IWuE/AvWvo33bqJ1KlSRuHmnDMTR9TdsiZDpFogb3pAULynOu1xKc42eZ66llqvc8L+OhIyJnI8Po4fNqY4u7XzR89HOa00bP+FkjlA8qKaq2PyEfKLXqmSrtjambeLsQmmMXsBAOlhu02dUHFCgdBIEyR+CCIkW0HdYU1xFAZW56hVLoD0fepD+dT0/qS5tH6KckmY1PHhcLdRiA5/FGqovj8LEzzhPZ1itIFr77Np5+wnfye4VCRoypsgjwfDJ+8JdvOWrp4xXtNLJk2ViESmMD3gN02kcWkbWeA+7ClrRf0aVbB1oko21Rw/PYGmU+j4FX7cPKtecwLvEX/La5F5Z/0wn5rZ9CdIvG+Pd/FmDq5Jvx5JRP8Mr/3V4ECypwV+8FAuVpakWypTxxEN1VFoF1e3Itffu/gkh81bMesrKt2y0HFbMyLLQGnQxzHI0bNVRbc/kvX+DByKm4aNtXeFBNgcjAzGvj8MuTnwI3m+v9S6mKrcHiuHPmNej685PIehUuLGP/E47nLk7Dlw9ab3hfIVOls2a9howvxvpc6Ul/wgcfvF8V77H4VI4ImFOll157h0qV8gKFJg3ro3WTKLRp1ggt62WjWcQ61G1Uh1cgoE4dOimhdiQahqxG5vF0Ok1Bc6BKRtzK8d6IakFAECgPBKyDOQEtWfYfTOryKWYO8e7JhC5cZSb4enCZ9rn/TD1RuOwB1Lz2FezkYTtfQX+9n9bXLIuJoiHnGsxUA7jOeO/92bvNkOVV76HzASzzNr/YnwPj2PHBr2iv1ZtQcwKRXSq//Oca2sf/UxNp07B60GRUuaZKeeuQyBMLfSAZ0rk2GrW6AvU63avanvgY+OHsj1jUZxMu2fMT1dzpM0Yqqi4CVpuCBP7nEDwenCptTKcicImqVwvHabEBL4rZf+Q4rSgNQTitGK2btRYd2oTBefQ39LwoDC893QyFp4+hfZsIZB7+isheHzU+n+bGValCO/4vX15BPKpItlQQSMSMqoeA1fed4aW/1FtJIsHff/wdG1gfbZnE/1FmxOkkMnRzKl5IfVW9d9fvxMz+cfj41jSc/9K0MmnwJ/i55n+wbMKN+PRmOuAn60FEO5MxocujiFuSg9VM/ohQDejaD6+kGhE9ktrnRWz9MhYv1Zyq6zXbwCiYP3u3uZD0tLvLQtySSjrZvGUTMOCVDAzWQogXBGuwOA6e+QnuqXkz1C6ib91HWAwxYd8RE564D7U+TcYrg69X9pRrxK1t6Era3DQafYfe7HFl7D4KZ9ZBnPppirqe7DgFH126VNVJEQRKGgFeVfrjlm2uDXjVCR40x43ntnEo7Xx2DsKOzHKpXbriJEaO+9X1OeTYRxyEU6XKETeXl/JGEBAEBAF7BJY/eDOtvn5bT5ma+u1Mwsff34cnfIjQ9Zi5hPaHJ8KCJa9CHRK4M522xL4PNxkRu44P4Yl7v8cvxgz+ZZ/h7S6xri183Fq+x+NdI1CrJl83420PM81tERTt8/JB6TT1Gf4mvv+Fjy0qq8LElrF7EfegD16gLYSG15wAj7+Xh9yIe976TK/7onyJW0TN+ohs0g04TSDxdY7uzvmdGDTqDnz57U9Y/wMdRr7jgMcVCMoLWakRSHZFaGf/PBeZeK9EISv57FHuxGemFmtlj4XM8nRe2zqNd+hwXyVojzlVGnvFrSpNyn8p1a9dC02j6qF5wyg4anXGlp+OY/mKQ+jY6Cw+mxmF5cm/YesWOqe0RjRy9Uhb5SZuvHktLTZwHY1gAlmdFjAYrwe9J0YJ3qCqLIrn7emnTqygw+etoC9z99kmq5MjytyQaqqwlL/vAqHK83kDR9q8pGS8gue2vYg3fMhZIG1Fa1/+2Zu450Yt6uQ5kggPRczOZ/FF0SuPRlPbkvvw9nN6StajD0e5jPH0OtNKR9FsDQ5HdzRy9YOxmoKhr2LrtFQM72+283o8QnXPUW5458yp5UvceGd6OvOKjOVXuoyJkETehv/+Tgy6dQT6UjTEfB3Y5z/qplZqjFpAKzXMy2zdgLtWasy2Ol2haDemPHoPHT4Wc5aYzuHKIHJrPhOUjMqg0+7j4+ghUCcfyJYlge6TcVYp92vZLEqdocvk7fCJUzhE18kzZ5HZ9AWcpfNzz1/0Hc5fvE5dWXHaqzN6Ji19r6HUVGbituv1+/Fk3EI6/cBi+1s+LWBhHJ6832I/M68fenWkFR8jVSFYSKC7XwLtinz5+stEzHW0l50adfj8XDp8ng6gT5uKhy2gtxsq9dUPAS0laaQmS+mVYFUnxqj0Z6CL7wFFq4Y/hrgnONVp9NfvDX+OHopb+ryJ5yj96CmPUqvDnVh8/hMKMdG8MtU3lvZWfBOfLtPlMCF8617cOJg/f4FPXe9N8o15M1a6vdtUAlj3T39j6PS1z+w72VqT5tFlaHZYv/fCytDjB8NlE+LweNwnWDUhWsNctyl6whosjnsM3SZQylkfH339bbQv2r/x0qJyTpUW0Io9OGlOEBM2zjXxKx0kj9w8isD9Cpyhi1/5ytyFs4d3sFsBS8zEtRp589r/hKNVU+LSsdZieW1AoRWlQ2wc4lN3uPZ+yVi6AF2n0/FA6kR6LhmgKoxKsF6NUlHcqEh2eG/Aa0TcwkN530AnsnLycPLseRw6eQoHicgdPpGJY6dO48Tpc7R/Wzay6XktpH9cXCrv4oQVeJn2xJjqjzkMepjOJLDbo02/o0Ri7n+SDm7nw+qtCGBFuvElaUvvMRhDx0G4IpKEw7S03vrRXv4VyeHz/vGR1kqAwD20kl7lOq0KzdFa/QniHu+C2rQfJl8PLd+JVwdQevCFP1OKdAgSX9iGEQNm0uKEIXhl64tIG671q93tI9yyldOoy/BQLU6BvoURSga/J8LYzSulaKVe9dPlDd+GF9540CvVqumEyb7aPvlUS8EXVPkQ+TECn+Cc70oOJXfwzGzaZfJm1Fa4UOn4IP4S9xbejnuy9CJua9aswfPPP+/XMe1oISJpBmnjVyJzP5+6Fj+fpotet526BltPXIUfj1+FX05dhXpxf8Lab7/EV2tW+pXN5C0JwyhlSEl0KmnT+tKnJBNp0za38+B2nGJUkTo9VZjMqUbtuKO+rh0GvdOInp+1jQe1MZ4b5+mb6eny3JsTessz3LKpj0nAKCzAUpXz10haXEIndJ2zhKzmQvn6lK7opHibWYb+fgb56OMTizL76kWQTW081sDMM23rZS+PUR09/bbYS1BZXZ7FSJXuPd4SzbveoJbA8z5utSLC0aBOHTQ9dRStv/gQ7Z5/FC3/byLqf/w2Qn7NQHZOLk6fP68IXKWf4+azma3FQe20k9mQEXTmaIZdvpRSrfcr9ud5ZJURkVKHueuH0asoncXh9R59ub8palUUOfRAuSJ/Sq+e5vWKDqrzUDkt6F1vHBDPD6a3TZZpxM5IGAEs1nfzXUEsOI7ObDZKULbYHEqvIneMmx1mPjbqGCvlFvfRCkezDDo/dr3aL0/DXwVOVapcvx/GqyUOLpflTSkgEDgC5hX18RPtsZPFQSnzpHq7flr9YLx8LgtnibV59uP6L/FAtGGP3o/70vUynVH3wKosrFSRJieiJ3yJs6smaBG76AlYqfc7a5IB3IuPXfUsZ4lKiTqdVroM3Z563fK8xnjoDOSPeay3bjf+gXD0xc1X1qBXyBYDF76X5O89Nw4uHeK2evVqPPjgg3j7bc8pgt7PMRM3FOZStrSALvqxJNJWyBE3Kt167kZc3zx0vbIFnnq9J06E98ZBRzwO1rgKGTlXq0PoA5Whs5Mwds4czKFU4pw5XZHkkR6lw9sne6Ydk5fMwdjJE6HFqlKQOAWYx2ClU0QrcbTP7tBW+jlVqz3ArHuK15h4TE/ndmqzGhxUXQw6dU3RA2w8qXIUEmKGYvjYVOxgMpe8BHPGDqfj3q0K+ZQ2XLMvaSxS6DxFjewR6YpNRNckzfZ5RAzd+yd6tjEWqcO0nbI90rakNzUeWKAxSnAkEJyuTZ6GxK5Jrn/UxclQl/aUD3OqtHN0M9cctz2HjuHX775DjXkvo8GeNDSJbo3GrVsgavsm1Hn/NdQ++BtqR9RCnchaKr3KpbJG3HZlpNExoEP0UwNMB7Vz5IwuI3gWHROH9dvV33+eRf3Q96R4HJ0T6nFqgPsgeZazaWoaRhopVD4wfpYmP3PhGMylw+uZI6iNcHW9mbRxrveB9MHKiR6/XNmuLk7zGsc8eNvu81k/CF7Va2Q0jjbxVXJc9vgMgjrS68mXFcGaxmlP05YIgW0x63TLZtK2NIF1T9fIsCVmdhhb3Uc/fYl0Kz/ZR+MeGPeFU+WG/0bbcm0jZl8kpOZCEPD3feefRF04aWP5XMpCT9F0cO6DbPMgolZ1JYNB0Wyz1lniONIK2+dSX8DEQc6SJ25M2h5++GF060aLDgKUgnxKMeXn0rygQopyFNBrgf4D6ERYfYrERZwGap/C3j3nEEUHfXds5ECXlg50bVMD+TrBs1fBkZ5hSKU04lgQYSLuNcwxTicq+qihw4lcGZGqZCxJnY5JLsZDY+bpJI7mik0ea5AlHksEKFaPqjmGmUgONXHUTkW0vOo9ImHeVpvleS8+8O4LuAgTk7SunRTRpAyqIk2u+W2+w6iGfDIcZN9pdpwiezxPLt7te8zEyW5iqebQjcVwAxczFqa0bfKSVIyaPIqNoBibKV3LfeYMgztiaWlYgEp/X2UBhgbRbKRK2zY6gK8+fUvt48bnlbZo3ADt0n9AwzAn+n2RjNDcXHQ8dwYDk5ai1pljOLfiY5w6dw659OxWqX3c9IPaLbOmHTujd1qG77md6sd8k0ql3m9ewaAf8G7IUge5z6XD6Pm++BwYn4YMC06obmFR5XBQ0BxZGjmXwu4Wdls8H66D4C3a/FcNQgLPV6OIVdwkL1ITwBYfnXrEa1rnTS7SrHRbYbYiA2mEvw/GVvfRDkfuu34MErzn2A1KoDMx6L7YBVn9AyKtxUbA+zuv2IKqyECKRp2d6RnJpwSqb10VcdfDjZ14bUAt1L3kY9z6Js0jpLYS3Q7ETNqYvAQqKlVamKeIW0E+TQhXr9rmp7EdyLj84zTn7TDSdx3Ed5uykPFrAVK3O7F9lxN5fokbkzbtuIi1EztpZiTMRvr0VAzzWLQwFJOobgqlQTNmTEHqqAQ92uZteQZovr+pGJEzr+gZpweHAUnqr4J0TKcIlKswyYqPA8WgLIpJHkXC5kyxXljhGqgTpmQyaqzOqGISiDSlLS3b+W2utC2TXor8DeU0bhrSM5ZSzI4jgWSxWiDhxDyMVoS2oqdKG3a+XkXc+C8uXika/vMmhNasie8o7XXZokVoSZuarZ8wATWpvcaWdcikNOmBw8f4D0FVKmvEzeKhtK7ye54nHTe1fCFFnXqW/+rInZQC7bkYIzYFjpR5OOpzELx2hFbaSD1NyGlEa2RU7aCHOULoRYCYtPmzxUcnCVJEuIJg6cdfaSoNBOx/O0siEhRIhopj8ReaCnBZR5OkPjAuJYcjfQetOofTZ1ZhfAdNb4kRt6KSNn7cOb3kLMhVP5Qq4kavxq71kTULUbdmFs15O4bzmQexecsx7Nl7Drv35NBf5ef9rt7jlaOcnvNehKDmvXVNRKyJPSjCs2AapvlM6E9xpf0o74cFKaaok92/1fQ0pBjkTI1xd+Q0bLwtMbQTaFOvCFMihiVq2UjVK4bnudGcIdf8NpuxVtU8NiUR0/TFqkxiXalSbqNProWs6hw6A4sYKPhGG6SXP6diybQ0Xh3hQYLVghFisqkqxFfE4v3Hp/33WhEFa93NqdJunVupaBtfew4eV38gZB8+jKb6JLbj+/ZBrYOmvd24tGramFaiNnYtTuC5IZWxqBTo4mVaJM3qoHbdKZVS7WzaRNPHWTp/1Jz2tD3g3WugMcfOTnRx5JiiU7uWLfZLuJQ1HOWyOiCedVPzGCON6OOzqYI3CTbSmuZ+drbY6VRjtbNc00babMNiYDaI7CM5RiZY+TomAYOs7qMdjsrHuViqQqGm4jP30atdPpY8An6+78qEMJFHSo9O4MpEZ1UkiKWIY4mdnLBhwwb6kcvDpk2bXA/ymDFj/D7U/OPoLMhXP5JGUesTKGV6YP9ZhIRQfeEZIDsEW7cdoYeJd3OOxPGz53BxU/759C3jKKozZyzNqbKZTMVz0JJodamj73TtYFdO/XV1qIULTo+FmPHomsZRIo19jaX5X9bzxkw2DJ2E6VNiEesgRhU/FmNVxE2L/iWC9M22W+mppUppFBWOvs0m0mPa8sPHTSZI8UTd9KiWaud5biCKZTe/zUeIqWIoZlOkzzGMsGMLVHqZmKwudzbNa+vLqWH1me1b68JCEd9Eiq/N03zjz6n8OV33lVPHwwwaOJaikXYYmMzxeuvN09xPi/2YorRwqvSL5StgpErrdhykvriaRNVH1sU9kP3DV+j4XQpW3HYbnLQYIf6//8XySy7F2Uv6IpdWmIaHh7oibgZxO0cpVC61a9cuiinl15dTYiOnYdmu8RgfbXNQ+6BdWLZ4PaUBOVjvp9B8qE1TB9Oct0RaXTrd+oB3n4Pc9cPrKTplXWwOpLeTQ0ImxUWRDer4ePSm7yJtrhx9UGlIrd7Q1bMnv7M4CF5Fy7S5X2qeX3FShrzlh50tVjoNo/iViSB9pQ7uGYXtU6d62a5jRt2m07w07hOlxnK9lvMcP8tcr5FPu75MuKMosjhX169h1BtTN03X5z7qDfJSqgh4f9+VqjIRXikRKNdD5le/d58PaJxqqtf5Hgy7YQNyaP1BIaVQ6SAiNOjQCs1a1KXIRhgKHXl48o97cMcdd/qML04Fr45cQvvJuLker5CcgjgiKJV555DiYFGRxhiHzK9KPeZjFkdrS+qQ+a/Xfo+ucRfh79OWoe1F7ekPBgd+3bkfPXvHoeahPYha8BpqHdmL2rQ9iIP+qDiddR4H6zfB6TseRk6raBVtu+LSrnj/ncVEfi7C3IW/IPHey4jQhaNZs2aKBPL7YKYP+DhahhW88rHn9kn223jwysJpnbGpJCalMyG6H5h1obJKQk5JyCiL+1RWdpaVnrLArJLp4EPma9D3j3f5V16EOmR+27Zt3k3yuRoiUGIRt+JgN+D3b1oOW/vNl1j00SU0340XLOSrFaQF+ZQeLTij5hBpVwmlpDj1R4sS5s22NEUqqwECnCpt0bi+y1MjAswb7x4Jj8LRQXeh/qY1iEjbqG052Ks/nP0SUCf6ItQhUmbs4WaG6siRI66PkZGRqFu3LiIiIio0eYsePwtTB/ekjXMtNuFl0jYyrWpGX+QM1Grwr7xquNipkz5nu5Td4T82K/ofmqUMQYmILy0cy5W42SHT9+r+qmn9+vVYuXIlOneOxfnz5yjtVA9XXtkHbdq0sRtahHo9hZmipf6KnsArgirpekEI+P79eUHifAabU6VZe3Yisu0A1acxpUr5j4a8Ohchs20M8m74ozYvk77UOCpX49hJhNIB9BHhYT4yz549izq0B9yZM2fUHx8hdFh9DeobFubb12dwuVXw4oJMjLfSr7aDsGooZl1JkaWSklNMN8p0WFn5WlZ6yhS8yqPM3/ddaGiF/MmuPOBWEUtLbHFCaeCxcuVydInrhKNHj9B1FAcPHgi4N1zwdtA+bmt5hYZVOpTmfFnWBy9depYgAn4m65aElkYNG+Cu343CwdOtENW+Pzq0bqbExrRviw5tWqFtqxZo3bIpWjRphCYN6xOhq4c6tOs1kzZeVHMuO9vHDOPoK37li//ykiIICAKCQEAESvn7LqB+6VDhEajQ9P2vf51c4QEUA6sOAk8/koCduw8hY/dB0HRKzH1tLjq3C0fddj3QtFkTtGreFCE1QpCVRcdc0akJ2bk5yKLVpWojaZtSk7YS4TQpR9/kr2UbkKRaEBAEBAFBIGgEKjRxC9oL6VilEfCXOihJxxtE1cZlPTqqi8vR46dp+5kjROQOIW3dLuw9eBK1atVC6/at0axlczRu0hBtWjRX5M278PFADRs2RMuWLdXcNk6TVtg5I/rKSfP+ZLz1RcU+apROABicgYdtFzfwUU8j9RWSvMpSP3nA+0bJZ0GggiFQVt93FcxtMacICAhxKwJY0rW8ELD6Kiv91GOTRvXAV++e7hmQx0+e1aNyh7B45de0aCYfbTq0Rcs2LRU4h/ak48HR3dU2IEzaeG5bpSi84atBgtSqQjq/c1DFPNJIrX59kmgmnxZgA+6KxJEgtgbeFUP1p2O2qtWh9za4SHVlQMDq+64y2C02lhUCVY64LaLd7T9dVyto/PJP78P/ZhX/5NCgFUnHYiNgHMJR+lQtsImNGtRBowYxiszdeetVtHihALt+PawGXt3tajRvXEulU+vUqVtxI2yB3FSnIyRoe3d5RON4T6/ltHiBid12tWHrXD1M547QmSNdtG8Y7T2Wtti07Yd5SxHvSJ9BHlU9n3pAuiy2jFPnfg7RthOxdmUFls6l0wvomDsu6pitxXzc1SDZj8waMKmtQAjw9x1/1wl9q0A3pYKZUqWIG5O2fbSzfcjRVDz9978FBfXTz+0Lqp90Kn8EKuIXWVhoDXSO0aJt5Y/QBVjgsSmttukq6ETRxJ7bMYmWk6rtXPVI3JBZ9J4PO+fjpJhYqa1CEpGQ+TAyBrsjXcoaHkPETSv6QepE0MyHty9n4freYUbPEn1VpwUsBR+DasEDS1SVCBMESgKBivhdVxJ+iYySQaCS5HGCc/bwsRNqq5C7774b7Sh15X1F5H6Ls+m3IyL3e9UW+Hgi3ojXOEze+7Uv6IhTKWWAAH+JeV9loLZ6qVBnYxrneo7AYk6V8oHkFFUbSfP1eM5eFJ/TuX67IkDWh53TQeV0zLzl4fQ0xOcgdTuE1bFR1tE2uyFSLwhUFQS8v+uExFWVO1tyflQp4tascUO1s/R/6Ugi75KbdQyZ+2ahU7cwnDr4BvJzTwd5ILj5QHnjYNkkOhJKSpkhIN9kZQa1UqQiVAZBMxE6ReyKOcnf5yD1oh3efkEAMAHt3RnakpMLkiSDBYHSR0C+70of40quoUoRN464denSRUXc3lizw+NauOoTNG2bg9CaoWja/BTmr1wUJHGr5He4ipjv/V1WRdyqmG6og8WJ6HgdSG5rrOuw8yEYAfdh567+dgep2x3ezmnTKJuD1e2MUGMSKbnLZRASxrgPTFeHrsfFSJrUDjupr1AIeH/XScStQt2eCmFMlSJu5ojb/f07w3z1aZyCJpFZCM05gUa1c3F5vZVqY9QLL5xOpbRp8gz01dOqfV05VL1NT6lmzOhLE9bNKVY+vcGcgjW10VFchjzeRmKcfuY8n6vq6DuDjq7n4info81j/Dj9yHrP/p7jA9hqKe/C0QtGgnxxBYPSBfZRc9z0lChPU1MrTLWD3dPo4HGVKuVrMKVQWZVlf68oGvVPXMadbQ5vp+06eOVnUbcd4VWiWtpWs5kWjPqUQdMXgnK8yuaeT8ZhYVGV+EiUCkFAEBAEKgYCVWpxghFxu/rqazHry+0eCLc/lIrztC8Xn99bSDOmDp7ajWb1S4K4sZoUJE4ZhXTaHT+GCU7saMxI8D6RIRnTFgDxPvddO3JrYox2sL3WTO9jE9E1yYm1Q6lGySRSx4fez6Z0bfI4Rd7S17rPrWPSNiUuHc7ZvHUFj1+AUek0Xn0cByaTQyf6KLep8LbVTp57mwwbQSVSXWH3PysR7yqAEDWnzPKgK0qbWrRRdIu34rA8bN6qv1m06TglD53mY5asZJhgUqtKfcxlO81YEumk1K6+sLQCgCwmCALBISDfd8HhVJ17VSnixhE3Pt/0yJHjeOct71PjzduLAt3prq/f9FMJ3XsiX/MmQtGYmImYPDYRS9L5vVt88rhhwOQkdB02xaQzHWkpXTHcm/9k7EAqzaKbzKTNSubQ2bRcnMjbuDQ11y5tWl8sINK2dqIuSI1PwZxYBxINbWOH6++IZJrriUp6/7j52Gorz9twk2vyVhAQBAQBQUAQEARKHIEqRdw44ta7d286kD4HLy3/GZG/7Ubjb75AVkQkTg66BYV163sA2CeqpCJuZrEZ2JFKnw2exE3pMzAFSSp6Ns7cNXkJ5sTHYVIxbmsGKYknPXOIoMWnxtP/vZgiUbok52wY3E9TwflWI8LHNeYon26Ena2W8opheDGGSKq0GKCV5hA5hLw00RXZ1RwB+b6r5g9AEO5XyTluq1evxiODL8Zl3y7C/7d3/tFRXFee/ypjGzATjGOIHWc0BKKGY1leMsSRHckktjfgbWn+wGEtbzwRkJk5LdjJos7Z1R47EfYcbydOrEncyplZkLzYgMaOEUPQxpFkA8E/sJQgz0DwijbQbWSinPEPHCwwASOEeu99VdVdXV3VXfrdKt3KqUj96r377vu8duly73vv3vBuDNe//hKWRvaqMvPNCcJH5+pEc6uxkK0VzZ0BrEhYTOThKqOwZU2qCcX9trc0oqSi3OyY09QpWIgiMsla9HVtHCoNNSZl8lo5X6QWHR21ZE6VoGJrB6KFIfLA6Q309qEhn1fioOuw5Y0O3bSzQOTNNkpgRYwQEAI5R0B2J+TclOSaXifVwwAAIABJREFUQp7zuPGu0vnzC/D484dwU6wHM86dxWDfh+jqOIi9VGa+iq8dLcOtBEWR1bTxoFOJD9DaNLOZVhLeCiOKqfXPmxJ8FMYMI6rWpFkvPxqiYVrXRhsR1CPNS+anLQmJdmrxm2HZcYS2A228cSFP87Rp7X3IM2KlgTZa/2btJ/1zuq5cx9DHKi/dGE2XOPISsdNGzlAkCAEhMDkIyPtucszTRGqZ994HH8VPf2yfTGhH01PY8KDrFe0TOQ7VN2dO4HPcenp+p9a4nfz5Lrz5458AM2fgi3V1mLt4cYqO+17twObnjo4w5ZUWbizkjQN2NtiEU5m8CvAi3Tht+Og8fjptEOc+vozb5l2VVi4FQkAICIHJSuDAyX786fQ/SVP/u3+8Eq8smaXeh3IJAc963B7dvp9mdw6w/gdqlruOngWOclnyuuMznooUp4zNWx/k36Demk8ZjRAQAs4E5H3nzEaeMAFPGW6Zd5WmTzh73OTKfQLyGsv9ORINhYAQGB0C8r4bHY5eluIpw23lypXgu6npWTQ9s32c5o3Wf8XHZ63XOA0o57qhiKlcQkAICIEpQUDed1Nimkc0SE8ZbgaJysoHXEOprHRdVSoKASEgBISAEBACQmBCCXjScJtQotL5qBOQk8RHHakIFAJCIEcJyPsuRycmh9QSwy2HJkNUsScgkVJ7LlIqBISA9wjI+857czraI/Kc4cZHgvziwNWuOQ2c7R3hcSCuu5KKwyQgaz6GCU6aCQEhMOkIyPtu0k3ZuCvsKcONjbbe3l584lQ3NjzysCuYG37Y66qeVJo4AvIimzj20rMQEALjS0Ded+PLezL25qmDzDhXaX5+PlatWoV5+Tem3dP6X8O56P2Y1v8b9WxwcDDLnPHhupyNwHQbaaWytJTHo0mAgwfWezTliywhIASEQK4QsL7rJHiaKzOTK3p4ynDjc9w4c8K2bdvS+PZf+AB9vZuw8JYrceadJzHQfxaXXeUq5XRTcXVitbob5OiPNLhjXMD/ArXeY9yliBcCQkAITAgB67tOPHATMg053amnQqXsceNcpUuX3oknXz6eAv7qc/vhL7yIK2bMxKdvOIPte3fiVt9Xc3pyRDmNgPx7U74JQkAITBUC8r6bKjM9/HF61uO29q5FMN+3z+nE3OkXcMXF07huZj++NGsvBgYGhk+OW8bqUZoIo1aplO+x+lJTaFUrU52k1M1DMuJqE47NK0V9TFOtXSWO1++UMC0nnE8+0x6xrGRbTkKf8tlRB6WgRV7qZ00HHo+1D03Psfx/+RfoWNIV2UJACOQSAXnf5dJs5KYunjLcDI8br3Hb9NKxlPvE29347aGzeONAHw4fOoO3e3tcGm6dCPqSBlKpYVGxAeNrRoURRm0DQvSsoLpDD6tGES7pxnFlgHHdIIra9HBrNIzuMrOBZQ7HtiFg+q74G4wwLZU3hnSDjo0qH5orookQbvYIbiYd7OQVoLqD+2Z9DP0aMBGBYqKf9r/c/M9JtBICQkAIjIxA+ttOfHAjI+q91p4KlWbOVdqVMntfoE9dBw+7mFE2WjpQXcBV2du0GvXl9BnH0Y1ONJJRFzSkBFbQbwVgL1lZIxAgQ62B28W4bgC1htVTUI3aQBAtUVU989VehTwWpi7ShX/EWtHcSfI67BprhmZCp0SbDDogkzw79cx9BNAWH1uDTtZ42M2BlAkBIeBFAvK+8+Ksju6YPGW4scetuLgY589fxBO738T03/dgzv4XcGHadHy47OsY/OQ1KfRunz3UUKkPhSWdiLDB5WNR9kaL8pI1kJlHBlzp8Sg6yoc5aRzaLAMZRnHydLFXbLULQVZDM+SizVCrJPvgMYbqa+DXLNuhCpL6QkAICAEhIASEwBAIeCpUauwq3bdvH76z/Cbc+tpO3PBuDNe//hKWRvaqMvM94GpXqYmm8nSVoJCNtoKFKEKjCo9mvfS6LbwIji8yyEKNAazIFneMRtBZUqjZiKpvvX1BOSpKXPZtKJdJh+HIyzro0asgaz5Gj6VIEgJCILcJyPsut+cnF7TznMeNd5XOn1+Ax58/hJtiPZhx7iwG+z5EV8dB7KUy81V87WUXc5AaeuTwp+Zc8qOB1qqV+nzIM+KSgTa0oUyFSdVVEkZUxUoL9Lq8ekE9UOHXbHYb/DUIh3zwcQclAQRKNLEsr7qjDZG8ZN8qLJtRoKGvnQ5DlWcNldqFbA1dR/5TVniMnKFIEAJCYHIQkPfd5JinidQy770PPoqf/jhuq8OOpqew4cFq22e5WMiZE/gct56e3+HpzQ04+fNdePPHPwFmzsAX6+owd/HiFLX3vdqBzc8dlZRXuTiZpBPvZOWz87p7P0rT8N8//Bi3zbsqrVwKhIAQEAKTlcCBk/248drpaep/+wPglSWz1PtQLiHgWY/bo9v30+zOAdb/QM1y19GzwFEuS153fMZTkeKUsXnpg/wL1EuzKWMRAkIgEwF532WiI8+YgKcMt8y7StMnnD1uck0CAvImmwSTJCoKASEwKgTkfTcqGL0sxFOG28qVK8F3U9OzaHpmu5fnbUqNTbbHT6nplsEKgSlNwHjf8WpkOp9gSrOQwdsT8JThZgyxsvIB+9HalFZW2hRKUU4RMLZT5JRSoowQEAJCYAwImN93yd/FgBsD1JNWpCcNt0k7G6K4LYFE5IB/kfeXLSMpFAJCwBsEJFLqjXkcy1GI4TaWdEX26BAwv8nkrTY6TEWKEBACuUlA3nG5OS85pJXnDDc+EuQXB652jXjgbK8cB+Ka1sRUlPfYxHCXXoWAEBh/AvK+G3/mk61HTxlubLT19vbiE6e6seGRh13NxYYf9rqqJ5UmjoCxWFeipBM3B9KzEBAC40PA/L4TI258mE+2XjxluHGu0vz8fCxevATz8m/MOhc9J3+fsU6svhS+SC3lHTWlJOCk7y0rUssySpGHIyegvb7kJTZykiJBCAiBXCdg976Tf7bm+qyNp36eOoHWyFW6bds2VwwvZ8lVWlBdi0BjCMl0pJToPdSNcE3G3FKu+pZK7gmo3H1U3Xy7by01hYAQEAKTh4B6z1neeZNHe9F0PAh4zuPGuUqXLr0TT758PCu/r3w22/D9qAmHsLo1hmpOUMqJ3lGBrfSrXONMQNxt4wxcuhMCQmBCCBjvOnnnTQj+ydCpZz1ua+9ahGz3wMBA1jlir1tRsA7tVDPW2oyi2mpK8W5c5IErpZN26J9HfFe1p37WyqtU2/aqZL28Ki7hqx1VeaUmj57lc6wepbpsTb7RL9czySutRyxNnl5H78u+f0Nebv+0etvkfZbb8yXaCQEhMHwC8r4bPrup0jKby2lSceA1bobHbdNLx7LqXnxddsMN8GNFoAwt7SuAYBFWJJYasJHmQ3NFFPEOkwvOH0e1MshCKIx2gB116mqgM7Ab+BftWT2FWxPPbDWler4gitri6ODILBtxPjLyEjJLEFa/s7wWRKlKqkFZBlDbuB7V9Q+5f1ulpFAICAEhIASEgBCYQAKeMtyGmqu06+BhV+j9NWGEfGQIhaNQthdfHDbtDKDWbLRlksabGsoa9RpkdCXqdiLoy0Mw8Vl/FjuObpB8YzldQTVqA0G0JCy0ZLsAGWjmVXfNq30AGZTK4DMux/4zKZ0bz4xdVrmhjWghBISAEBg7AvK+Gzu2XpHsKcONPW7FxcU4f/4intj9ZtY5un22G48biSkoR0VJM1A+zMVt7C1TDjA2sNhTt9qkm+E54yLNG5dVcVXBaMfyyBPnM7x7nepZZ8Tkg8vYv7vepJYQEAJCQAgIASEw8QQ8ZbgZu0p7en6Hpzffn5Xu/l93Za3DFWL1qylKSseCmO02ZcwFEaqvgT9zzBOIRtBZUgjyg+meOnKIZeu5YCGKyA/X0t4Avx4qDTWSBy7h8jML6ETSTitBxdYO1NblobSevG6s23D6z6afPBcCQkAICAEhIATGnYCnDDdjjdv8+QV4/PlDWWEWX3s5Yx11jluQPFglYURT4o7crADVHW2I5PmQp8c5OWRpPvItIdxfg3DIBx9XLAkgUJKxW/2hHw3RMK1rM9IMax62ZPTTFGINtCXWshmS/Q1RHKc1eHnNrPtw+nej43jVMbYj8AJD2ZowXtTHqp8TG5djyUP6P5rW7EBfeNlYdWUv98RGLF9yDDV9tGAhOBut5X0YbxXsFZNSIcAE5B0n34PMBPLe++Cj+OmP7Q/329H0FDY8WJ1ZQg495cwJR44cgeZxs3VNpWi779UObH7uqKS8yqE5NKvCO2njFF6OvfvHNA1PvH8et827Kq08pwqUgfAQ0vy6xY/h4O51WJBTyo6PMspo23XvhI9/Dxls922hMU/huRifGZdehkLgwMl+LPh0esrGv31nEK8smaXeh3IJAc963B7dvj/r7N7xGU+dhpJ1vJO1wqXLk/hlZTUM2JhbO1lnYqR6n8CLuwqxIweM1mXhPvL0jXQ80l4IjD6BSf2+G30cItGGgKcsF2NX6b59+/Dw/Uuz3jY8pCgHCfSdvwTzfYY+T/qLDbjlQQSXz8bs2dod3KOPip/pZbNnB2EUg34LJspnI7hRq2e0Y2/W7OUbcYLF2MnYE0z0ZfSp6mfSJQW0pX9WzK4fp/5PvIhdiKDOOjbVv0lvu9/TZC7HRh6oua1RJzEmXSaX89gzlaeMM8O4UurZzIehu7lP1cZSN+gwF1w1halpnMQtba7djt/QO1Ff02e5gmj0qfeVVlcvMBgaz+XnmBDw5PtuTEhNXaGe8ritXLkSfDc1PYumZ7ZP3Vn12MjPXaDdv15c9tEVwaKD5PnhmCn/UbwviPK+crRSeLVwRx9209IvFVqkv9Z94c9j4/L7ACrvM5aE8R/hXcWI1JGBsqwAP91FkT819/RH2VZGGH3sZuJ25PXbZHi+6DNsdQkjufrsRHr/yhix05WWjtn1v55U6yqktWW7ldzE2Lg868Vj4nVpfZpOagwbcc+mrA01HhwXJe9n6kUyncrt9E9ZCGfDQ82H0YNZtk1dqhYO28yFmjuHcdKO+fS5djN+uzrLED74GIXyf4o969YjtnYX7j24G+sc4/dOrOxkS9lICNi/7zz1p3okeKQtEfDkt6Gy8gHXk1tZ6bqqVBQCo0ug+F7cY/yhXFaONahDbM8iRMjA2KRbTAvuuRfFD7Viz/pF5K1KlicVuRc19+7C2uWFuLfmXvrDTk9OxOxlkOHhuA3AThdyxiwz9FPeMkv/Tv2Qrk5jQPEifF5X3jy2rGC5L2zBltlbTFXX4C0sImPwISwhAzJxWQy0PZT5ZNGOx1DMbEyXU7krfnY8nGRnqZuiVKZxwmauubHT+C3la8joJ/s/eS1Yh02P0T8MZi8hm/YgdjsabfzvCnuGKbrLByEgBMaFgKdCpeNCTDoRAjlG4PPralBYWI515j/KOaajUmdBAQqtepkMOeujtM+8XpA8bn2JW/cImsvJi6R5HfXW5MmsW7QpnY1TeVqnwygYqWyncZIqtnPtNH5LufLWWYazoCBtRtIHPNLxpEuUEiEgBEZAQAy3EcCTpkJg1AjsacUW9npRyLOQPCU/1Re2nXhxF7rWlJPn6x7ytyTLU/ulsJc5jMcGkp0Mt8oaupg9MHb9O/XjVE6+NvYbvmhYD28do8hpgbvdtRaZrobCHqfWcuy2xv+cyg2hjvqberXjwY/tZDvVtRtE1nFa5tpOhusyDn9y9H0HCh9aq60ZtLa1G4+1jnwWAkJgXAl4LlTKR4L84kD6dmonqgNne+U4ECc4Uj62BFJCWWvoD6h2RIi29og2LKjeuVwLcK7bxGuSjHJ68ph1zZahrrF+KV2G44AcdEnWX4C0/jn0ptZJpffjVL5u072qvgpsskdILeSLpYX7zKHPJcuhjg9Jlam3z7jGjdjZHtDmVD4UfjY81HzYybapy+xs49bWuXMzTodZTZnTYjxGa9gWgNYzqovXJ2prJlmNZTtaMXtJEAW0BjJVLbvxOPQnxUJACIwLAc+d49bb24vDh7ux4ZGHXQHc8MMXxHBzRWr8KxnnuO1541Ta5gQ+zijnz3HLhMy6QSBT3bF+lku6WMeay7pZdZXPQmCEBPgcN7UPy7IZ6/sD0+UctxGy9VJzT4VKOXNCfn4+Vq1ahXn5N6bd0/pfw7no/ZjW/xv1bHBw0OVccj5QymBAB8Kqu7SeMo7KJQSEwJgToAX0u3Pg3LcxH6d0IASEgBBwScBThpuRq3Tbtm1pw++/8AH6ejdh4S1X4sw7T2Kg/ywuX86c8koJ4QTtlNYqUhtXp1areyvQ2p7WhRQIAfcEcskgySVd3BOUmkJACAiBKUnAU2vcjFylS5feiSdfPp4yoVef2w9/4UVcMWMmPn3DGWzfuxO3+r6aZdLJ07Y6iCJrDtKCamTLK59FsDwWAkJACAgBISAEhMCQCXjW47b2rkUw37fP6cTc6RdwxcXTuG5mP740ay8GBuhg10xXrBXNnQGsSGZ2t9RuR1VeKer1uCknpc8zfSZ3XUqItardEnJVodcqKOed8uwZ4Vi9jJ5U2YRmrf20V5nCuFXiCsw0pfJschJQWSGMjAuJFBOTcyyuteb1feZMDK4bSkUhIAS8TMBThpvhceM1bpteOpZyn3i7G789dBZvHOjD4UNn8HZvT3bDjWe+pBA+V9+AdtQ1U/VEXTbSfGiuiCZCrA3+AlR3cLi1DQGqGY7y7w3ws4Hma0aF+kx3GxAyrEGqV4JmtCYW1cXQGjH3A/gbjDAuyW0MJQxJV2pLJSGQ4wQSiemN89vst2NO3CisBhZ/nm1OH8U7OCl1mbXexGksPQsBITCJCXgqVGrkKn3//T/g6c0NlmnpSvn8BfrUdfBw9qnrjCBKtQqy1GyvKgNq21BUFtJq6t662o5sLal67Di60YlGXx6CRj+BFYkeKyqKEKxrR3UDuf7a69BcWIEiMuYSV3sV8soa9Y9kEGbRVR4LgclDIHcS0zsyU2evtVIWBzpjmG4+e49PAT6WKOBMFouwXq0ldJQiD4SAEBACrgh4zuNWTPn87r77bjyx+01sfKoNO761HtvW/k/U7/yNKjPfl7OFSgvKUVHSiJZs0cdoPUJoA9tVw78CaDM2P/BPs7DyGoS7W1RItb2lGxXlC5PdcIiVbEatbRThpMtv+KpIy9EhoDwvdMaZ+c6W1D2ljZ5gPk2O4b2xT1KfElY0PD+6DNsk5eOdvFzRZS9Uko3Sy3bsLhLTm2fL8Gpx7ldH9jbJ51mGlbMKU2p6ZkzGTiefla+JIKYfLPzWMcrHWlOISLIAuPceLDB0039uDFrGb9WB8qUm/rlpy8YUSlXP9e8Lab1xufZ7ynfBGnY19DH4ZUgiv8ek62xDjmpv9x3k/mcjGdFmhuSB3GP978HGC5nQwQ1388TL70Jg6hDwlOFm7Crdt28fvrP8Jtz62k7c8G4M17/+EpZG9qoy8z2QdVcphTZrA2gsy0PK0jEyluoTxlwngmUU5qyxWG260ZcMeWb4UhUsJA9aoyk8aq1bgPKKbnpejxbUpm6MiEbQaYRzlZfP2lY+TygBp3REnNR9k56+accabKEE83tMyeE5rdPBxyK4z/jrl5IGST8k1VYGeX3W7U6mhdpRiIeMNAxGknLqJ5mQnug4lQ8LnHaALHVKvdAfcNvk5aak63r4M7yM/lDrid3Txq4S02usUphk0m9ZWGPAKbAMdmnHinDmgC26FNb1IRTSwbgqpVYidZab8VAqKkqZukulhDhBK1spHyvlni3c9aJKMbWndQsKC9gXZ7rocNxj5ab5V+moUhkkdXBgozx9x5Snj718hWtot7vKuPEWjrEOZFitfaiQDnDW+tlRqNVNVcT4ZGZhrUFjivABvmYueh3b7yAdOFxD32lNGQaALWtqtLRjdt/jRHdmHdxxt2oqn4XAVCDgKcPNWOPGHrfHnz+Ed2M9uPje+xj88DS6Og6qMvPt6jgQfwPi0TC6yXhLnOO2Gig32Wkl4a02u0x5PRuFToO+RDvnfQN+NFAfMNXNs1QuqK4lWRRIte6U8JM3jgKsPt7EsDqCIvG4TY7/btOSupPHZo+WHH69fnS9SsK+hRLMO43IToayHUyeDTZMIjE9R6WRpLwViyghffJyKFcn7+teIbP3x1xu8tYl5Knk5WR0UvLyXfdSnlCLzUJWhkpYb4xTtdMT1tuO3ZqY3mCSTQ/TCO1+TSROt3toLss2HqrLc6Vio2psnMaL03uxocRGzxqUW7MkkAGTGD9ZfSq/qoVBQgVHNklPH3v5ytcvQoSNJa7PqcTYsMMWmgfN+7YsbM2KkBxkZhZkCKauNEk2dPoOkuG6Rp8nNlzXpAFIh56mgwvu6VKkRAh4n4Dn1rgdOXIEPT2/ozVu9+Pkpf+GN3/8E+TN+RRW/ugRzF28OGVG973a4W6G6fiPjni1TV0yuPgI/8TFn82eN+25dbUdbSew1CMBDn0k5Zn7MrfXNjzYaWejsBR5ncBbZLTdtwv3kndkt1pwRZ/XJgetkpQfA3k/YmRgZClXKam0NFwpctLKyVtkST2lJS93+ms/hElQxofluGvDkHOhh2NPeuL03Z9nQ4uv9LRUnJLLuLKOh/VkQ6UcKCxfp5qxLffiCc37dU9C0uj+wp6+1rf24FiE19BRPtsIeTrJfjR0CJO3LayHe+9T6dNsjLc0FhYdleF4L8mncmuWesfhsFF5H3kACcgWMlx54W2mtg46ZOXu2L88EALeJeBZj9uj2/dj66U56Fr/A3T9zQZsPHoWXGa+vTutMrJJRSBbgnk3gzFkfJ4qm7wgKkl9SnunJOVO5W46t9bhkFeG5OV2SdcdE7uPIDG9VS3js1PidGUkUrZRDpcmQqXcKMt4lFzN+1VXRyFwngO6SBx2ra1DhNe3aUWZ/18x2EXGnlYtMXeObHRPX53RxwJlLLa2QtOBjPbgRhZGc9t3EI8VJ9fhJRRxYmHSVG22cDMG4zuoD3bZ+scQue8+RB5bb8l/asHgqIMb7pmRylMh4EUCnvO4dXV1wX5Xafr0ufa4pTeVEiEwMgIpCcCzJJjnJOx2l4OMmsLZFOJUadxRvGaNFoazaz/cspR+h5O8PN27xcbSyBLTW/XINDibxOnsmdTX2KnTRhLeITIeXCVj19a5dUXuxSbDSmN3WBetb6txZbZRp2RgqWTvs8Gzl5w7a+J5/r4Y8XSyDskyv1fvlI3FLbsW4aDqkj48tAT6V4EciAc1L2wKGhsW5ufkCVvyEJv+STn8eO3Ge7Cb3YgO30Elgg30YjL67sk2fjsd3HM3qyu/C4GpQMBTSeaNCWtqetb13L3QcU6SzLumNb4VPZtkXg9fbkpbLD8EvqMhYwjdSdUpSoB3ebaWo890dh7vVF2LTWS4vajC8I7fY25bR0bkSL7nUwy7JJmfYhM+zOF6yuNmMKisfMA1jspK11WlohAQAkJgahHg3bmWjRW8a1kdR5dpzRo9VpsSavrchYmnFlUZrRAYEQFPGm4jIiKNhcBYExiNg1hHQ8ZYj1Pke5tAlu/gsnBf5rVt3qYjoxMCY0bAU5sTxoySCBYCQkAICAEhIASEQA4Q8JzHbefOnfjFgatdox042ytr3FzTkopCQAgIASEgBITARBLwlOHGRltvby8+caobGx552BXXDT/sdVVPKgkBISAEhIAQEAJCYKIJeMpw48wJ+fn5WLx4Cebl35iVbc/J32ep046qvDJKRmV3UTL3aIdNxgS7ulImBISAEBACQkAICIGRE/DUGjcjV+m2bdtckXGV8gpsoFHSd3MC+HgbAq56kEpTmoA59ZSROmqyJJmf0hMngxcCQkAI5C4Bz3ncbr75ZixdeieefPl4Vupf+aynhp91vFJhAgikpWXSdeDk3Jy0m88m5fOuKMl8eV85WvVDYHfTEQx8XtYSSjLft57qmOWwCDIK62xlUEojTjKvZV3SZFOS+XVKRjEinMx8WYF9knlr+QTgki6FgBAQAkIgMwHPetzW3rUI2e6BgYHMdNw+jdWjlJO8q7sK7aodh1lLUd+efFZabzoBP1ObRDVdhv65vcqU6D6RhJ7rmMrV79SvapNZB1fySutNmSJjqC8192X0Q10NeTypY0voatLbLf5JWc8uOXeuJZmflGBFaSEgBISAtwl4ynDjNW7scVu1ahU2vXQs6z06hhsZIL5mVBjh1DYglDDQOhEMAVs5zBqlLMvB1UmDyrGN8xfO32CEbClU2xjSZXF9czjXGsZ10oFS3WeVR7I6I4imqGT0Ze4nEwPn8ciTMSDASeaXaEnm+yjBeGrOTUrLxEnmC8spyXxq307lY6ChiBQCQkAICIEREPBUrJDXuA0lV2nXwcMjQKc3jR1HNzrR6MtD0JAWWKH/RkbO1mrOGEhpA6tRGwiiRVlBmdqQoWWWxUaZIbe9CnllxlYJU7nx3Pangw6slKO8pA6Btjj8CblRRDqLsEINyHRlZJBhPMTNcaz0bMpcenLugxSqPEZJuX+6Zx04w5BKMr6mhg4xjaEuGwxDBhlku9KSzFPm8cTFyeTpQ1r+U5tylb/zGGr6KPyarX95LgSEgBAQAuNCwFOGG3vcimkdz/nzF/HE7jezArx99iiFSmmrQlu8wWTgcNdawDSpRAzHu+mTYdM5tjHvVuVwIrns+OJQZBmoHzakOGS5Oina9W8mHTLKM3Tgfigc6tN3z7a3oLGkEDW2/TkxcBiPkpH5GbxsvDkk57ZNtJ5mZOkT4CBjzJPM286/FAoBISAEhMB4EPCU4WbsKu3p+R2e3nx/Vn77f92VtU7WCgULUUS+tlB9DfzVVldUJ5pbY6jm8lgrmjsDqFXuq0xtHHqMRtBJRpOPHytZQIVD1dRiBx3a3crrRIS9hDSE9pZGlFRENQ+iuZOMDFwp6c1K1pRAxmfyZKVtNjAIcJ3EzgK90CrHqGvdsKCXc6ohcpLjA5KCAAAeH0lEQVSlXbtVgkn9Msl0KofSJU2MFAgBISAEhMAEEvCU4WascZs/vwCPP38oK9biay9nrZO9gh8NtH6t1OdDnhErDbSBHHB0laAospo2C2hhv2TYMVMbhx79NQiHfPBxJyUBBEoc6qUVO+iQUZ4phMlj8bPnzUfmaRjRBqtxyh0OYzxpeloLplCo1Dp0+SwEhIAQEAJCwIFA3nsffBQ//XHc9vGOpqew4cFq22e5WMiZE44cOQLN46Ysp4zXvlc7sPm5o2OU8koLcxZO6CG9uaBDxinI+JB36fL5eXveOAXkpValYtw276qM7eWhEBACQmAyEThwsl971Vned98fmI5XlsxS70O5hIBnPW6Pbt+fdXbv+IynNtVmHa9UEAJCQAgIASEgBCY3AU8ZbkPdVcoeN7mEgBAQAkJACAgBITBZCHjKcFu5ciX4bmp6Fk3PbJ/gOaB1X/HkQRoTo0wu6DAxI5dehYAQEAJCQAh4kYCnDDdjgiorH3A9V5WVrqtKRSEgBISAEBACQkAITCgBWeQ1ofilcyEgBISAEBACQkAIuCeQkx63TZv+N772ud+mjSI+GMe/nrkL3/iGe49amhApEAJCQAgIASEgBITAJCUwoYbbr371K0w/vSMN3T2LZuK6z96GWQv/Rj178OfAv507hJ23H8R/OMlpqsRwS4MmBUJACAgBISAEhIDnCUyo4fbnV+xF/q0LMH3uLSmg9zT/DJ/61Ds4czikyh/SE2LHL3h+PmSAQkAICAEhIASEgBBwJDCha9ymzbhGM9rOUk4lvv8YA86/hWUV38BLrx1G179RMvbj/55yO45Ef9BelYe80nrK5mlcfAgt5dtMFHAWAKpTZc0lmk2yPBcCQkAICAEhIASEwMQSmFCP22Vas4Y4p53in/TjMv3fFX+ijLcV37QPh+7ZuQs3Z2Dmb4gjWl8KXykQ7ahOy6vZXuVDM+XbjKflFc0gVB4JASEgBISAEBACQiAHCEys4TYwSAbbABls9NO4OKUH3xff1tIcGRk+Bgdx7iLVdXEVVHcgCjLeqhbqOUO1RuyNCxVG0SFGmwuKUkUICAEhIASEgBDINQJjFip9+eWX8aMf/SjjeC+TwRaPXwLIKFPGG/8kY+4fn/8k/vGXdBs/+fe2a7DlV9fh2MWv4B83/h91Z7rYeGtDGYVEW1S1SF0pfWozGW1ayDQlYtpepYdZ9fBqez1KKV8m58wsTcRaraHX1M8qVKu3SQ3H6iFa41kifGuVZ4wqU7mpDyXPCAW71ztGXslkO+7TST9+lOTAYzOYpYalbTgYIeuU9lXQgtTW8Zk/a79nml95JgSEgBAQAkJgKhIYE8Nt3759+Pa3v42nnnoqI1M23DDYT9HSy3QPYpCMtsFLmldt2sxrkOnOKFh/6G9oQ6CxEY3oRGNjEdoazJkMClBdG0BjS3KtW3tLIwK1Rni1E0HaG7GVvH/xaBgIrjatk3PunUO1nAg4Hue+Q5Y2JQhH9WfOIlw8MeTYyXKjdzvqmoGStJ7s9CMjyhdEUZs+LmLRXaYZimqstREKS5vXFAKGZzOuQtXcvhkVatx0twGh5ILDNA2kQAgIASEgBISAEHAmMOqGGxtt69evxy23pO4UtVPh8sAlMtb6MUAG2wAZbwMDl8nxpsVG//qvvo5Mt5281DL2IJWhOxxGgEwU+oGyPMPbo9f0ryDjqiXhAWrpDqMmYdtRm626EVdQjdpAJyK0f0K7yDjyGV6vMjIMTRd77ZQXzFJOwdtIZxEWFthpbpaX9GjZ1cxelklvrXV7VRlQW4uiFGEO+sVogwgRXGFwsbLwN2jGm8mzmRKOVu1N4ysjMzoBMgPH7AOVGkJACAgBISAEphyBUTXczEYbGy/ZLhUqHbykDLfLA3G6+ae23m2QwqaZ7syy2WjTNiF0VC/UqpY3IBruRlmKd8iPGipjD1CsPoTuivK0zQxa4xiOd5t7dPB4cUiQbKI25XGLImx2abW3oLGkED5bxU3y2sgLGEr1YNk2cVVo1ZsaResRopBxivORZWXUL3NnMYJT0t2tPJv0w2SYGe0COhPd65bo3IFj5u7kqRAQAkJACAiBKUtg1Ay3oRptTJy9a/HL/WADTnnc6OdlXudGVyajjZ9lunjnaLDIvJ5Nq63WvRUFadNCMjxaUF4BNNep0GFFudkd1onmVv0MkVgrmjtNXienzqMRdBrGmWqTrMhh2BJHw9BJ4HDKM+lNHq4yClsm3YqJDhz1K1hInrlGJCLKZJyGGpMseK2cL1KLjo5a5dms2EobQwpDyeNW9PZDD4+a4A0Hg7QRAkJACAgBIeBBAqO2q/T111/HpUuXcPDgwQSmNWvWZEQ2qAy3ATLSjK2j2v4EbpTNOHMSXEWevsZAG+0mNa9nS9bmdVlt6qy3sHZcCIf+ivLUxoV4ShizBEWR1RTy1AyIAK3xspdo0sRfg3DIB19ekBaQBRBQHjfN+xcE9ddgGyelOlrIkFrRxV6oBrU2bHhXZr1LwluRuqk2m35+NNC6tlIODSf06yAWpnYdTMZkDLOBrDZpsKetQW/vA2NRl5qf4Y1OWgkBISAEhIAQmMoE8t774KP46Y+ThpMZxo6mp7Dhweox47Pvn/82TfZl8rwdO1+Kb636Rtozc8HT236Gb69Lb5+xkcNDXkzfsiJuCh/yrsYQCqMdFiPHQUDOFE9Wve0BcridNzTseeOUdjSMqRqfGHPbvKvsG0qpEBACQmASEjhwsl/7B7JlpdH3B6bjlSWz1PtQLiEwah634aC8+5v2R3oco6M+2DAbl4tDf7QpYat4gMYFt3QiBISAEBACQkAIDJ/AhBpuTmqPlifNSb5Wrof6Ojk02eGwKSGzBHkqBISAEBACQkAICIHxJJCThtv4AKBz3DrisA8E07queNYVbeOj5pB6max6D2mQUlkICAEhIASEwJQlMGq7SqcsQRm4EBACQkAICAEhIATGiYAYbuMEWroRAkJACAgBISAEhMBICYjhNlKC0l4ICAEhIASEgBAQAuNEwHNr3Hbu3IlfHLjaNb6Bs714ZlPAdX2pKASEgBAQAkJACAiBiSLgKcONjbbe3l584lQ3NjzysCumG37Y66qeVBICQkAICAEhIASEwEQT8FSo9L0PTiM/Px+rVq3CvPwb0+5p/a/hXPR+TOv/jXqWLTtDfameSD4lv+lET1mm/vkAXl1n/acpu1emhpZnLKcUlMJVLiEgBISAEBACQiCHCHjKcLt+zqdw5MgRbNu2LQ1x/4UP0Ne7CQtvuRJn3nkSA/1nKUfq5bR65oLqjjaVfzO8tTrLOW/jaehk68ucuN2cDSLjUOWhEBACQkAICAEhMAkIeCpUyh63m2++GUuX3oknXz6egv/qc/vhL7yIK2bMxKdvOIPte3fiVt9XJ8EUiYpCQAgIASEgBISAENAIeNbjtvauRTDft8/pxNzpF3DFxdO4bmY/vjRrLwYGBobwPdA9XfVVlDxdC0eWqlgil5ehUU8Un2fEJimVVmkibFmlp2DXZFRVlZIMLnOSqauVJsOhr4yj4AwRedB0ZXVJfxX61ftuT+qZqGOVl6JHHpLhV+t4qGGazizMpp61D/ksBISAEBACQkAIZCXgKcPN8LjxGrdNLx1LuU+83Y3fHjqLNw704fChM3i7t2eIhhuz7EQwskIl+o23BdAZrCOThLMV6CHVKJU3cMYFMlR8zajgz6ouEEosGOtEd+FWKm+glk4yudxOhs+mL+sck44+Y50bG4ecIaINRUpXklkGtHUYoV+qGwK2so7RMBBcbbOujfUIoqhNHwvV6y4zr38zj8dOZ2OhnHXcVr3lsxAQAkJACAgBIZCNgKdCpbzGraurC++//wc8vdmaNb4rhcUX6FPXwcPZ+Fie0/qxGj0Vln8FrX8L4TjZJf4CS7XYcXSTkddIBlTQeBRYof9WgopycwMHmcgkI5PaWu7V6hSdyLhsayEvXxkCZIAlk3mZ1u8VVKM2EERLlGSb26qxBFBrNEqrZxrPkMadaQzyTAgIASEgBISAELAj4CnDjT1uxcXFOH/+Ip7Y/Sam/74Hc/a/gAvTpuPDZV/H4CevSWFw++yhhErt8GUqC6At4VUz6rVnamDzbDRk2Ii1LYrheDc9MOxL2zpuCsdTZzf6SB0hIASEgBAQAt4h4KlQqbGrdN++ffjO8ptw62s7ccO7MVz/+ktYGtmrysz3QJZdpcOe5oKFKKJVb8nw6DAkjYaMRLd6iJRjtmXGejt+2InmVj2UGWtFc2cAK5LuOK21rkeLYXPSGrZQo009rj2qOg+DmTQRAkJACAgBIeBxAp4y3Iw1bnfffTcef/4Q3o314OJ772Pww9Po6jioysx3tuNA6kv1TQereTF/psuPFQF9bZlauU+hSbVmzJfYyJDYtJBJTMozJxnWvqwCzWvceFNCO21OKEN3uIa08qMm3I2yxLl0JSiKrNZ0VOvYjHV3ZpmaHt1l+ro5tXbPrh63cdLZqqN8FgJCQAgIASEgBIZDIO+9Dz6Kn/44btt2R9NT2PBgte2zXCzkzAl8jltPz+/UGreTP9+FN3/8E2DmDHyxrg5zFy9OUXvfqx3Y/NzRKZryind6hlAY7UDqerjcmVnevcubO/a8cQrIS9WLinHbvKtyR1nRRAgIASEwQgIHTvZrrzrL++77A9PxypJZ6n0olxDw3Bo3Psdt/vwCPLp9P83uHGD9D9Qsdx09CxzlsuR1x2c85XBMGZt8EAJCQAgIASEgBLxHwFOGW+ZdpemTxx43uYSAEBACQkAICAEhMFkIeMpwW7lyJfhuanoWTc9snyxzMEF68vlz1p0IE6SKdCsEhIAQEAJCQAi4IuApw80YcWXlA64Gz5UqK11XlYpCQAgIASEgBISAEJhQArLIa0LxS+dCQAgIASEgBISAEHBPQAw396ykphAQAkJACAgBISAEJpSA50KlfCTILw5c7RrqwNneKXociGtEUlEICAEhIASEgBDIEQKeMtzYaOvt7cUnTnVjwyMPu0K84Ye9rupJJSEgBISAEBACQkAITDQBT4VKOXNCfn4+Vq1ahXn5N6bd0/pfw7no/ZjW/xv1bHBwMAt/PqS2FPWJtAkxykJAGQRUdoSRXCzXWU6svpSyGZj7HUlf0lYICAEhIASEgBDwCgFPGW5GrtJt27alzU//hQ/Q17sJC2+5EmfeeRID/WeRLeWVVUh7lQ/NFVHEG0bjGI0SlHSHTEah0Vs76oKd1q49/NlqHHt4qDI0ISAEhIAQEAIjJOCpUKmRq3Tp0jvx5MvHU9BcfW4//IUXccWMmfj0DWewfe9O3Or7qmt87AUrQxvio5gfqqgIKsl7tVlmewsaAwEEGrtd6yYVhYAQEAJCQAgIgalBwLMet7V3LYL5vn1OJ+ZOv4ArLp7GdTP78aVZezEwMOBullur4GuuQNTqaYvVo5RDnuquQjuloudQakoktb0KeYmk7qndFdbUoihYR+2Mi9qHuhGuWZFSsb3K6MMcXtU9VfUkX9ehNBnThX0bEmvSubS+PjUUnDYeVkPvpz05Vh6fFs7V9DL3a5avMTHJSNOVZZehEZ0I+pxDx6nU5JMQEAJCQAgIgalLwLMet00vHUuZ1c+9243zfziLT1Dy3kFK4/vOmR5cf40bw42MCgpdBtriKEiRSEaHrxkV0Tg6+AEZaGSfoaM2gLyWdjT4tXBqe0sjArXWtoYgP1YEytDS3gBVPdYKkoitJC9i6svfEKfwLBdoieHra/x6YnjSLVJLiYfpIRuIZWQEVpMsqmnfhnUOoojG0kGV2PjyUd2w6stuPDH4q/kZ9RMiw5USHBeofvLQHaaQcZwUTek3iwwbXRvibZRAPreT3Ss8cgkBIWBLoLnrJHZ3v4t3z3xs+3wqFt5wzXQsL7oBFcXzpuLwZcxjTMBThlvmXKVdKSi/QJ+6Dh52gbcE4bYKNJfRZoFoh24wUbPYcXSTQdNInqKgISVAnrLqFQiUtaCdvHN+MoZausOoUUaX/eWvCSO0uh4xspCidWRUKSPPsvlBGUeNugDSJyGKficjTl1+6hchHKeNFH7dkExrwzqXhLFVb1JQXYtAMKS1dxqPekr9bK3WDFfVTzcKy3Uz1twvHJgYMpx01TSQ/xcCQmCSEfjZr3vwLyc+wrV33o78We6PYZpkwxyyupfOnsf2Xx+mddQ9+MaX5w+5vTQQApkIeMpw4zVuxcXFOH/+Ip7Y/Sam/74Hc/a/gAvTpuPDZV/H4CevSWFx+2w3Hjdq4qtGR1sEeb4qLCTvVnJrQgBtKZ818TXhEFZT2NJHhlR3xVaLp84yHQXl5GNbjVay1ZrJyNtqNfI4fFkG6idO/XIodnWm+dSeDaeNamk3nqHuoB0NGdmHKDWEgBCYeAK7I+/h2ru/jIJrZ+B/fOrixCuUIxr8wxUzECtZjN37fi2GW47MiZfU8OQat3379uE7y2/Cra/txA3vxnD96y9haWSvKjPfA5cvu59LfwOi4W6UGevVChaiiFZnhUzrygxhBeUVZIXVoa4ZqDA8U449FaC6tgjBMvLbVZSnG3nRCDpLClVIU4VS3Ww4dWrDOncGUafbYrH6EI1AvzKMx1F164PRkGGVKZ+FgBDIWQKnzl7ElX96NRlt/biSlqHIrTFQPIgL85FLCIw2Ac953G6++WbMn1+Ax58/hJtiPZhx7iwG+z5EV8dB7KUy81V87RAMN2pYUN2BtkgefKVAtKMaDdEwSn0+5Bmx0gDtOuUNDAXVqC3K03ah6hHFjBPnr0G4BFhot2OVn4V88HEnJbTblOplvRzb+NHQRmvwaI0aG2wl4TD52Mi6VBc9sx1P1t5MFYYjQ1vnV8YhZ4PfULqUukJACEw4gThFBOITrkXuKEA45BICY0Yg770PPoqf/tj+W7aj6SlseFCtTp8UF2dOOHLkCHp6foenNzfg5M934c0f/wSYOQNfrKvD3MWLU8ax79UObH7u6JikvOJdnS0r4rRJIYfRcUjVF0GtTbg3F7Tm3bL8B2HPG6doA0OqRvxivG3eVbmgpuggBKYsgb984hXkf7MM9XNpx77lv9EpC4UGPkDvp+pTM9D7z2345XfcHzt14GS/9qqzsPz+wHS8smSWeh/KJQQ863F7dPt+mt05wPofqFnuOnoWOMplyeuOz4xRpJgMopDderWU3if+QztthuikzQoqDCuXEBACQmAYBNiWGBSPWwq5QWIiNtYwvkzSxBUBTxlumXeVpvNgj9voXrx5wIdgJ+3CpB2obqKko9t/NmmGfkY93kig7xbN1lSeCwEhIAQcCHD6wMFx9Lj1bLwHxd9LnhTwpe8fRNs62r15YiPK1gH/9OI68F7ORL3VO3Dqia85aD/6xWy4ySUExoqApwy3lStXgu+mpmfR9Mz2sWKWQS5tNOiII3eDy7muXwa08kgICIGcJMCr29i7NF6r3E5s/E+4/f+uwG/+8AIWKCJ78d+vW4Ky+L+i9R4NkfIAntiEv/veTfgZ1fuPVDyeYcZ4nJZ5yKq/nPy+ekEpTxluxoRUVj7gem4qK11XlYpCQAgIASFgJaDCguNlpuzFP9UC/6trLeYrY5Gvr+Efun6Av/y73XhruaZcPP4WGv7rd4HQ67g7Uc+q+Nh9VkaieN3GDvAUl+xJw22Kz6kMXwgIASEwbgQuUerAMx+dG5/NCW9H0L2kDJVzz6HvI9MQ534WC17fjf/3Rx8GXv97fHkOGW1L/h67/+p6qndu3FgYHfHmhEu0oUAuITAWBMRwGwuqIlMICAEhMEUIqM0J47XGLT6owrKqvxS+KmBLz+j5XzyMF/7lbrzyn+/E/9x8J372rc+N+0zI5oRxRz6lOvSc4cZHgvzigPvUKwNne8fkOJAp9S2SwQoBITClCfCaslRDaoxw/PkC+A79FC/3fAuVnzP18fYJHP+LAnxLVyIen4dv7tiCWMGdeHh+D/7+q2Okj4NY2ZzgAEaKR4WApww3Ntp6e3vxiVPd2PDIw64Abfhhr6t6UkkICAEhIATSCbCna5AslcG88VjUtRRrvvdTlNc8haXb1+DPlTqv4NGvPQp8bx/+LP6SKtE8ckvx8JPfwC1/813cfTyEO9JVH7OSQdmcMGZsRTAwRgeZTQxazlWan5+PVatWYV7+jWn3tP7XcC56P6b1/0Y94/+4M1/tqKJDYPOq7PN1xupLkZdHyecpsbv7i2XqbfgA3CG35574WA/Si3Xj20jD5V4JqSkEhIAQGB0CRuiSw5fjcP9Z5Xb80t+K8oWfxy3q/mvEG6PYWpmvzpNT+1sNPZY+il9+9xjWLfweXh0H3czjl80Jo/P1EinpBDzlceNz3IzMCV/5SmpuqP4LH6CvdxMW3nIlThx7EnPyv4bLrnKVlqCkO0TGmR+pGanaURfkxKFuclClg1cllBqrg85RG9Klsh0EUdRGLycjKwOV1ZNtWT2sLA1sSIZQSOfO2WXcGpJuUlkICIEpR4B3UI7bGjed7me/+RwOfdOMmnWgz3+2Ck8/Qz/ZA2itayob60lSx5EoI1IuITD6BDxluLHHjXOVLl16J558+XgKravP7Ye/8CKumDETn77hDLbv3Ylbfe4WPhQVUc741hiqzZZNewsaA5Q7tLF79GfFUSJ52lZrRltKKi0yAMXocoQmD4SAEBhjAuNtuI3xcEYsXta4jRihCMhAwFOhUsPjtm3bNqy9a1HKffucTsydTvn0Lp7GdTP78aVZezFA29jdXIU1tSgK1iEZMCUDKtSNcM2K1OYq9GmEMKuS9U3lpfVmg9IUNiVJnN80Ef60C8/GWtHcGcCKTJ41Wx30fuqrEvJLVXyXy8so4XwngpTkPRESziCjqorDw6axuQEodYSAEPAsAXWGG3vd5E4wMJh4dtJlYBNKwFOGm+Fx4zVum146lnKfeLsbvz10Fm8c6MPhQ2fwdm+Pa8MN8GNFoBEthuXGBhQqUF5gnjsygnxUGtVeYvE2OvvRMI6M0Ca92LZSy0aHKfc36G2pcaCRw7M2FUsKM+QWddKB5ZBxFlmhHZTZFkCnMkT9aOC+KNwbZr2VGy+zjO7CrSSjgVrKJQSEwFQnMHfWNFw+fwFb4p/GpcuDcusMmAdzYT5yCYHRJuCpUGnmXKXJvHYM8Qt0dx087JqnvyaM0Op6xPzViFJy9qLaOOUiNW1aiB1HNxlHjeS5ChpSA+SR43JK5L5Vt3QKqmsRCIbs+20nj1iZYdaRMWVXqzOCKJWn2IxGPScd1HOSV6Mr4V9BxloIx8kw9FsFZZFRkWqt2mkoZUJACEwRAssLr8dzr0fQW3wzHpuRP0VGnX2Ygxcu4hxx+S/ERy4hMNoEPGW4scetuLgY589fxBO738T03/dgzv4XcGHadHy47OsY/OQ1Kfxun+0uVKoaFZSTj201WslWa+4mQ6zBbio4abvFG0WGkKuLw5NloPZx8mbxrtHV6c1Yh5Igef6oD0eXl40OZgMzXapNyWjIsBErRUJACHiKwDe+PB+X4yewZ/+/4g/n+j01tpEM5ro/vQr33Xw9mI9cQmC0CXjKcDPvKn168/14/a//AR+/+w7Ov38KRZ+dhSUbalP47f91qhcuM1xK0F5bRB6xIErC0XSPV8FCFJGvLVRfA795pwCXd5ahrr0aHImM1YdUqDTNmxaNoNMIg6q1bCBD0XqxDgHSIY8tPCVPXbyrNEobFPwOOljFZPrsNI5MbeSZEBACU5bAN0sWgG+5hIAQGB8Cnlzjdvfdd+Px5w/h3VgPLr73PgY/PI2ujoOqzHy7Ow7ENBH+GoRLAqi13cJJ68WiZI4FfZYNBlROa8oaydjijQeryRwL2M0tyybDz8ebG1ZHUOR0yoi/AXHqp1uXpzYzkHOuXBlxTjrYdWiU8fo98+aE4cjIJF+eCQEhIASEgBAQAqNFIO+9Dz6Kn/7Y/ryZHU1PYcODQzxnbLQ0G4YczpxgnOP29OYGnPz5Lrz5458AM2fgi3V1mLt4cYrUfa92YPNzRyXl1TBYj0cTNkp5d9aeN04B5GQ0X3xE0m3zrhoPNaQPISAEhMC4EDhwsl971Vned9+nhPWvLJklZ8ONyyzkfieeCpUau0rnzy/Ao9v3E/05wPofqFnoOnoWOMplyeuOz3jK4ZgyNvkgBISAEBACQkAIeI+Apwy3zLtK0yePPW5yCQEhIASEgBAQAkJgshDwlOG2cuVK8N3U9Cyantk+WeZA9BQCQkAICAEhIASEgCsCnjLcjBFXVj7gavBcqbLSdVWpKASEgBAQAkJACAiBCSXw/wE9vx2u0EwpL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2" name="AutoShape 4" descr="data:image/png;base64,iVBORw0KGgoAAAANSUhEUgAAAm4AAAEsCAYAAAB60D/pAAAABHNCSVQICAgIfAhkiAAAIABJREFUeF7sXQd8VFX2/iak0UPvLSSgAZSiiEFRkCLEAiq46q6w6oKISlzF1RV33V38o+KuoKiADVZXBUSwkEgVC1GKiBCikAAC0luo6Zn/Ofe9N/Nm5r2ZSUjPuf6eM3PLKd97zHw55xZHnae3OB1wwOl0ov9PT0GKICAICAKCgCAgCAgCgkDFRCCUSdu1m/8Kh8OB/tcNxNXXDkHTps0qprVilSAgCAgCgoAgIAgIAtUYAceNN97obNCgISZMfBznEV6NoRDXBQFBQBAQBAQBQUAQqNgIhHKkTZE2R0TFtlSsEwQEAUFAEBAEBAFBoJojENqnz1XIItLmqOZAiPuCgCAgCAgCgoAgIAhUdAQcGzf/4jznDKvodop9goAgIAgIAoKAICAIVHsEHIePnXH+8tvRag+EACAICAKCgCAgCAgCgkBFRyCUDZQ0aUW/TWKfICAICAKCgCAgCAgCgEbcaIGCFEFAEBAEBAFBQBAQBASBio2AELeKfX/EOkFAEBAEBAFBQBAQBFwICHGTh0EQEAQEAUFAEBAEBIFKgoAibsGW/OwzWJycGmx31W/kiCuL1F86CwKCgCAgCAgCgoAgIAhYIxB0xC0/6zQ2fbsCp3ZvQ48h9+Hq3rHWEk21L77wkTpKS4ogIAgIAoKAICAICAKCwIUjEDRx2/pDCi67ejD2Hm3kq9VZgKydkxGevxWFzZ9FWNSlrj5C3HzhkhpBQBAQBAQBQUAQEASKg0DQxO2Sy67C6qULkXlwHwq7dfLQlXNkFSLxDULq1sHZQ/9FWP3naY8RLQtrTdy2YuETb2GzpcUtMfjRx3FNE8vG6ll5dAVe+fdSHGqRgEcmDkLj0kKB9bwP3ME6zO9LS5/IFQQEAUFAEBAEBIEiIRA0cduy8Vtcd8NILFq0EQWFhVifuselqH3ex2jVqh4m/X03pv3VgQ1b1iI/rINqtyZunD5tiSGP/cWLoG3Fgr8kqTGSYSWImDy9+DkOtrgBjzw/A6XOZZsOxh2XPo+Xnliq7l33u0mnZLoVFlIEAUFAEBAEBIGKgIAibiFBsKTuva/Gys8WqIhbi87R6B3XhgaGoCBrPxpmZqBOVCiui6+J1k2zcabwB0S27Yc1n6+3lc18gOgZtXvCYFdfEcAqWxsOY837n6P56JcxsUvZaW424Ak8N6Ds9IkmQUAQEAQEAUFAEAgeAS3i5s2eLMZvXv8NBt00CgsXbkBBQQHWp+1Tveplz0W/6GM4eiQU6XtPIT8rHFn752PLmVtVu8NStkbPmLU5QszKzPVb8OFjSWg2pid+mvsZDlK3FsOeQuKA5tqAI8sx/QWtnit6jHkFv+tqyDqEL//zLL44oH3W2ljeG/ix5Y147M+DXdGro6ufw4tJwPWPP4H+Tam/pVxPeZrUy3D3iz2w1Z+Nhjnq1comO33c/wgOH7gMzY4+jyce368kuP3XsTFsVq1cjPoxwHtu/7U2k736OE/fPWX64GKokFdBQBAQBAQBQUAQKDcEgk6V9uzTD0s+eAeZR46jQfs70btrO2V03uGR2PlzE+TnZGFUn2xsO5qH8Jat0btdW3ydtMEmVar5a5cSddfvxxfLe2HSv2eiCRGql56fizXdniSC9RM+INLW/I8z8QiTNdX2HNb8hdsO48t/P4ufuj+NFx5t5gVsK7TAJrJxiEbScBjbDhEhol6aTnu5Ax6diQGg9keT0FzpYdE/YSvsbDSrtrPJXl9/su0QNtJFfvyb/WDdz+LDZjNxh05Q7fFrgf629rp9XUWTDN2+m+/JT7Bq8wJTPgoCgoAgIAgIAoJAGSMQNHHb9P3XGH7HPZg5aw1yKeK2at12hJ49hQbfrUHEiaM4U68hTg+4Ac4TkZoLh3eoV7s5bipDyhE3j1QpJ0+Nen7fCkNHD0FTrmw2BIN7fYqtRzlKx6Tmcgzupvf3aPsJmw9Q22PNvc5g1fp279ESySu3YMBdtPI19QtsbtGLyMsPmi3H/MhVHNBsn/HZxkYzZzxqY9PRQPrIj4GGH90xKKEV3j1yRCOZRBiTn38QyWwGlZ73vEqEzso+anTh7G7f9v4bcFw/Fi3epvlsqt1fm65EXgQBQUAQEAQEAUGgXBEImrj1uvIaLFvyIcJz9iE/vx2uu6IzTr/6bzSOqY/Q/WeRV8uB3avfR+tnaEUpF6cTP3611Za4cRemCt7EzV2vMTp3n8M4StExdFc1ipTx3DyD96mMq/rs28ZNrE39/5JhGLY5CWmO7hTEOoAeg3viEHEXY6StXDXc2ybvzyYbDcN03d5yVbWFrS4/mrYgQnnQw0dWr+xUoLXCsCefwgCO/KW+g8e+WI6B3bQ0stZHk29o0XDW7aUI5QqMw5+7AbSI1CST3lu2KWOlCAKCgCAgCAgCgkA5I6DzBI0MaKk36/c/fPcVrh9xB3IjLifiVoCPV/2EE998hdBTp9DuscfgiIzAidUrVL26Vm9RrlnL1CiQb5u5nt/vx+ateoTp6GZs3t8bl3KUrVlzIjUbsCVVt/XoMiz7wWjrgR6tNmDZKn0ckzl1GbKbo1uPA9S+jGaE3YDrKDLGdEb18SfXQ4ZZpo2NLr0s18Ymv/q649JeZj8offn5frSgMW5fdDsMQuny0dtnT3uT3tpImyh395Kj4W3dZoyXV99nVjARTOQZkGdAngF5BsruGQg64nZZfH98sfh9FXEryG+BW667FIdXtAdq1ULGhx8iLy8fNTvGqHpVKOL24g/penRIq3L/X1EldTEJsa7nhtZocehNPJr4m+rS695ZIN5GpQfu+utwvPh/4/GoammNhL9O1tua47rH78ehic/g0c9Voxp31yVunc0G3YgWE2cBVO9w8G5yhi3+5LIkb7v92ajp1v5vZ5N/fd3uvh9bTH60vPEZPObyYz+Wkv/axh3s/z1o5uGLnb20EcuNfyLC6vZFuw/ajbBuM/si7wUBQUAQEAQEAUGgvBBwHD52xnn4bG5A/d98sQiX9+2PGa+uRqMOzRBWMwJ1D/yKtl9/hNrpW3GqeXv82n8kcmJcSztxKG0v/vLEbQFlW3fYjPce/gwtnnpaRcUqZqkMNlZM5MQqQUAQEAQEAUFAECg6AkFH3HpfNQAfvfsGRdyO03Ygw/DHG3qTNrrGjnJpvdysnyNuRNw4fFq8QtE4HqinKIsno7RHVQYbSxsDkS8ICAKCgCAgCAgCZYVA0MStZr1G+MOEJzD1/xYgd+9R8AHywZQLIW4s35ifFoyusu+jkdKKbWPZoyIaBQFBQBAQBAQBQaB0EFCp0mPnC0pHukgVBAQBQUAQEAQEAUFAECgxBIKOuJWYRhEkCAgCgoAgIAgIAoKAIFAsBBRx03eTKJYAGSQICAKCgCAgCAgCgoAgUDYIaBE3YW5lg7ZoEQQEAUFAEBAEBAFB4AIQ0CJuNgI6t6xr0yLVgoAgIAgIAoKAICAICAJljYBf4uYE/ecsa5NEnyAgCAgCgoAgIAgIAoKAFQL+iVshUFAozM0KOKkTBAQBQUAQEAQEAUGgrBHwS9wKKdwmxK2sb4noEwQEAUFAEBAEBAFBwBqBgMQtv4DCblIEAUFAEBAEBAFBQBAQBModAb/Ezcmp0gJJlZb7XRIDBAFBQBAQBAQBQUAQIAT8EjdOleYXmbgtw6MNpqLTpjUY1yFIjHfPxLBxwMzlDyLa/D7I4RfUjfX1fAwbXEL6YEog28vT3gty1m4w37Ob8V9T890LsvHvQXb9y6p+J2YP7oLJxs25/EWs42ekrNSLHkFAEBAEBAFBoIIh4J+40cKEgqBTpTsxZ2g3/M34ke0Zicm4B+8fm4kBgZxu+wBeuXkArmjwmOr5hw/Pox3pLZODuPIL4bx7CQ79ZzBpXo5JjZ9DIdUV+FNenvYGwrJY7bx+uA/+uX41xjIr2jUTN/R+ACuCuXfF0hfEIGXD47iYnoVDA/X+VDdnWSHGGp+DECNdBAFBQBAQBASBqoSAX+LGW4EEtzhhJ94Ydgk+u3kL9i/dib80fR4x61bhT7seQqvGD+LdI68EJG9txq7C/rEGtLwoooxg3vkLnLHX634ygQG0RRn+9Zebvf7NKmarl9/tY3ERPsaOnU5cE2zUtJiarYfR8/TA47jog3N4boDpWWg/Afe2L8Nnw9o4qRUEBAFBQBAQBMoNAb/E7Xx2Pk5kZgc2bs9nWLJxNMa+34r6/4wcipVlnc7GiV7T8NrtjfDvGQ+g++gO+ObpRnhgvi7u9vnY+i8OnazEPzu9iOgVX+D37YC9865HwrPAX/TPwG68d/tleP5Hw4zLTW2BTQvU45slbyN60DTdz1y37Zk0cs8s/GHQU9ishIzGazv+g6uLaO/INzci+lWz/YasYfiy0+1YaBjY41ksnX8/2gaSb2lTIC8DtXv5/fUSwvwRbG1A9zAz0P3hdsOPEro3xvPUi/Vb2W7WabQbunV73xyOZfdp9677UxvxLj1/XOyfwUD3QtepP7fWcqxslTpBQBAQBAQBQaDkEAgpEVF7dmBzj04g3uW3XP2v49i6g6/5GDn/Rby3x7v7SsxNArp7V4N/lPVxPm0XUrEbe3ZcjmhLw+mHetASDFF66XoTmDNvt5cyb3s1krls2Ebdz+P4W78O+P18w3bDDyaAXEx+/bgDPnAQifPEIxibiovHBjw/qBG6daLrPuA1Raq9i7c9ejuTTr6n3t0v5HPA58nAzuq5IF9eBZ7l+7aC/gp4drzrWbN/Bv3dC76vtwNvkjwdF3s5F+K0jBUEBAFBQBAQBPwjUDLErV0ndLckHkyMgNgOer7t6z9rxMAcaTLZ983T9OM44THEeti8E7t+jEM7S3Ll37mArXuWYRmGo5+V7D0ZSKclC24yMw+bM3Z6iPSxl+X9SJFHPboTUL9LPpMCg8y5R/nKD2xTYJ12PUxEaEUnzOl0vQ+x9rGHRX2dhIWdYihSWMLF8nkKVgf58gJHL6m0ux9jb9+AXQYrtn0GjXvtey+WPX4ZmIz/rZ9Jv62cYG2UfoKAICAICAKCQNERKCHixj+O83wjUl+/QinO0ejPP3ic4uNIjoq4bcRfengZS+1zMN/zx5G7MDEIGH0puuM8Yu+aJcCwIX5IB6dH9Ygbv5qjUHb2FskUgyxxOtWLKNnK92NTkXT76dxuCIb0MJEd7mpjzzcr5mHkIKvonB/5gZqU/nn48utAHYNp1/54UD39PoN294JX21zuSdr9ygnGJukjCAgCgoAgIAgUD4GSIW6k++p/bcSQpMsoosZzhfTohSJqeiTJnE5VkSmzwdT/PkpL3udLAJgYdPdLrornOM+tm/tsnH10rF0MRf4syKhSZ2OvTjh8U6rB2GgmSnby/dkUjI4g+6j7Y04h29hDGH45XyfmQYoOrhullyeMxsL7GuGfZvJGhOm9oMjcBixbo6e19Sio9seDKaXv8wyaLTPfi8sx5IUv8Bpuxx+MVLnfZzk4D6WXICAICAKCgCBQHAT8Lk4omkBtLtfvvSbXu2T0ewh/oUn6CZ2eAnqMxkiviFv3p15XixPcRV+UAJo/9a+SX9poTKhf2Gmer5uDrgdoccTfaH7UHwYRGaVpUqqoienaW197uZ4xmI9dndxjRtK8KI8Umy5Ke9EI7vOGbFMqzlr+QBubfAmvh5qgPphsUXPvtMUixlBfe9wLBDwwHPRntDPIelB6bTr1+w/NT+tE+NOcO6OLWsBh09+j+nLEZoynPyK0vWn4Hqg5hX6fQft7wUP5D5M9tEimWxLb4P9ZDsZC6SMICAKCgCAgCBQHAcfhY2ecJ7KdlmMbRIbi6Iksy7bKXvlPmsNlrGT19MVzFWVl97P07GecktDfg6RZ1ZWeBdaS5f5Z4yK1goAgIAgIAlUBgRJLlVYFMMQHQUAQEAQEAUFAEBAEKjIC1TbiVpFvith2IQhIxO1C0JOxgoAgIAgIAhUbASFuFfv+iHWCgCAgCAgCgoAgIAi4EJBUqTwMgoAgIAgIAoKAICAIVBIEhLhVkhslZgoCgoAgIAgIAoKAICDETZ4BQUAQEAQEAUFAEBAEKgkCfvdx2/j96krihpgpCAgCgoAgIAgIAoJA1UfA7+KENo1qVX0ExENBQBAQBAQBQUAQEAQqCQJ+I25nz+VW2Q14K8n9ETMFAUFAEBAEBAFBQBBwIeCXuAlOF4bAN1+twHdr1+D4saMXJohGN2rcBFf2vRZXXzPogmVdqICq6teF4iLjBQFBQBAQBASB0kagWhC3eW+/igcfSsSZc3mljadL/ldfLgMTnIsu7oJLLu15wXrPnj2NZclLUFhYiGv6D1HyqqpfFwyWCBAEBAFBQBAQBKooAtWCuF3ovXM6nXA4HEUSw5G2Ll0uQcNGTVCnbr0ijbXq3Kx5K1XNcg3iZtXPqu73kzZbVdvWFYbXw/vPRlu2VyS/LA2USkFAEBAEBAFBoAojUGLE7Vx+Ab7LOIyBF7UsNbg+X/we2rSPxaU9rig1Hd6C9x34FdnZ5xEbHefd5PfzyRPHUT+qAV0NUa9elN++wTTWCA1F/foNsGHdd8F09+hT2KCx6/ONlzdHaKgDYbQRTI0QB10hdAEh9J7oKZyFwLuf/2yroyL5ZWukNAgCgoAgIAgIAlUUgRIhbsez8zD2rW/Qskn9UiVuqVs34rd9u9StKAvydi77LJIOzMWBdj+h3/oxuK73zUV6DMLDI1CrVm1EREYWaZxVZ4cjBGFhYVZNAeuceU5Xn9AaQBhdfS+tjf6XaauGt+zIweYduTh8vAB5+Q448rL9yqwofvk1UhoFAUFAEBAEBIEqiMAFE7fDWbl44O1vMez2IVi3bG2pQ3RDwvX4fOkXSk9pkrdzWWfwxcaFOH5lGuo6IrHu9Bw0X/EpenZoRmlTzU1noRM1O9yOzNDuln5zlCw0NIwIVzi2/PiNZZ9gKy/pcXWwXX361cg976oLp1BbdKtwRdrWbz6I82eP4tqrLkFMmxC89N/9yClsADhzfWSYKyqKX36NlEZBQBAQBAQBQaAKIuCXuDE/8Te162hWniJtQ0cOwrrjlGML0L8k8Dt06BBuu3U4Plq0RInr3jO4tCn74c8XluU8/TNO7fyfkvvFyV+xp2cB6tSqifNZ59F8YCt8le5A94hHMG9zZ/xw9kcs7LMJ+/asgKODNXELpfBWWFioK1I2cMhQJTtQmfnOJ3jwjzfDeF25LNkj2mb2Ixi/HAXuCFoIDTh6ogCz5+9CyprFaND0IuQV1sagfh0RkvMTzhf0gcOZ4xersvArEEbSLggIAoKAICAIVEcE/BI3DRDrSfnHKdI27i0ibbcNxLqTNF8qPBxM3SYu/NEWx6dv6IrGNcNt29d/vwarlmmEzLqTA+Gk58iRIxh52wgs/Gix6ta9Zx/r7q5aRUH1y75rxJkk9OjVDnvONkDhD5loeCgH5xrkoHVMc5xLPYNaJ5yYt+NBjL+0N+oRoXNmGbKsMapRIxQ1KOLGESouc9752F65qYUR4r7Ga3TLmi4ZWjdDX3B+wYu4nc924kxBbbS7+GaE1myM6Og6Suz+/ceQX+cI5VJZs7VP3K/0/dK8lP8LAoKAICAICAKCgCcC/ombTZTqEG3MO54jbbcOwPpMmuAeHkYpwVA4+g9EAU2nchYUwplfiLycXGRnZePM2WyMio7AtJXb8cJN3WzvAZO2GxKGEoHYrwgaz+mKpPlhERERSn5+fj5yc0lmdjZOnDiBwYMGYPnKZSo65I+8GVGpQBG3iJp1kV8zBjGhe3FnTDsiok7MwXaEh0Zg/5c7cUt4NBo1aoPde04SeTml/IiKqmsdnSKbQnjif40a6uIy4U+jbH3nhgLCjbf78C4rlye7ZDCfMvwI1i8HClwiefEBr5AtIFroDG2EofG10LF1KD5bsQ0HjpxEk/q1UCPnoLVPLKUM/PL2Xz4LAoKAICAICAKCgIaAX+JG09TVj7y5HDyX4yJt604SaYvQSBuvSuSehbR1RlZuPk6fzaUrC2fPZOMcvZ5ppse8ArCn06dPIycnR6nkbTgKCgpw/vx59d6whckN1+/YsQNXxffB2m+YvFEa02/kzdcX74eggOas1asTAZwJQZfo5liTmoGQ5mHI3JOJK9p3xYgBCd5DsGLRJ2jd0Tc6xTW8YpNxMYjb19+m+IwPtsKQwXI970lgv9RSUb0UOB1EgIHcQgeu6h6By7uEY833e/D2e0mo1agLChy1EOI853PfjfFl51ewyEg/QUAQEAQEAUGg+iDgl7hp0R1PUvIApUevv6W/nh7l+VsUUQoNAQWLcDq7EJnn82ij21xknc9G3vkc5FLErZBeka+tYPQmgmaoWRNH1zhSxZE1jrAxYeHIG188lgkcX0b0LS0tjdKmt6i0aY9eV1reOR5nXJYd9MoCihJSqJBCX4XIzstHSv5vyCHSk73+JHo2bE2E7ldq1zsTeTybQ32pWPtE3njpvfv2m1zq9x06jpdnzce0Zx7wZ5Jqe33OOyYdbqIWrF81HO45brQAGMSrkU8YXtMzEhu2HsH01xcgol4MIhp2Rx4RYofD3751/v2ycsbOVzu/rGRInSAgCAgCgoAgIAgAfokbEykKGHmUd8Zfg78u2oRbb74aSw9Tk6MGTtAixMwsiowRK8jLzqUpVbkozM5BgUHasoi45WmnFnjL874JHG07d+6cImo1a9ZUKVOVhtVJG0fa8kgWEzvue+2112LBwo9x7XU3+NhqyNaiVL6+eOvmVKXTmQcHkbL/7tiA1LYncDTlBO7P6YXurVup9C91cHE3AxornziwyPXGxbqYcD40KwUHzoVixu9jlHquM8rJ7CN4+Pub8e61vnu1GToMuTwmWL8cBaddOujWEGmjiCX5UivSQdur7EVY7bao3eIK5GTlq0hmSMFJeyxt/DIU3L38SiRe9iIR3b4uncYbs/+LHu2tqq388hkoFYKAICAICAKCgCCgEPBP3PSIkRmrxpHheO62nnjio28weMQAvLmLCBuRgHvbUTQsnyJv+WEoyHWgMC8E+bk0jyqvph7i8Redcmto0KABmjdvrogbEzYjRcg9OEW6a9cuReyYuDFpW/TxJ+g/8EZc0v1y21vKZEcjOQbVsu6aR8Tt5LmT+PeKL7C9eSZCNhTiL3X64MqeHRBJK0QL8niumE7ciG85dNJlHXHjOWsFKjKYr5NWtn/GWG0hxYGjmcoIY07bsawDeHTDSI86s5UFnN/Ui6EvWL9CCrX5eDw8OzeP0tkcIS3Efz44jr3bttFT0BBZ2WQnk9IaToQUZtpEETUDrPwybCsILcDzWxKRGDcVVzQeYHZB+Wr4b/ht5ZfHIPkgCAgCgoAgIAgIAi4E/BI3q1Qpj2wUGYYXR/XCPz9PwS39++B/GQWgdQjYnvKDX2j/OrSLX0Iw9MZRWLfe/35n/a+9GgcPHsQ111yj9nPjeW2X9tCiN7bKg0yV5lN69Le9R9AppCHaHaiPMddcpubshVK6lhdcFDoLKEJmkD+OlGnvLYkbR6Yo5avIp76qlCNOiW+ss4y4MWnrGHsFdqav84jCGT65dDAJZcbGJUi/HE53qjSfVo8UFFI0lPyICA9F774DsHj1EeRRFC6fUr/crom2Ibk2fhl2hoTUwMXkx5yfp6D3Vf2NavVq9n9BYi9PPWa/PEbJB0FAEBAEBAFBQBAwEPBL3KwWJxgDo2hRAm/v8a/Pv8edfXtRlE1Lhb50a49io3vFldeAL7vy+stTVASrX79+irTFXz04MGkjYUxBjPlgdrK5njfUvahdY7St2QWRFPHjdCKPK1CT+5nwqE7qPQt16gTKirgxdlrEkOYB0pYgSj4Rt5fu00jmoeNa+tJIlf778gUUcdNWnZrTp2ogF0MXyXVF3FR14MUJ5lWlPIetoIAiooUFmHBrI5LQCGkZ+5G6l0gb+Z9P5NSBXFuCbeeXYWY4rVbdu2sL/nTRZB8Cavbf5aOFX4Ys79ff0dxKKYKAICAIVHUEeL9S/q37dn16VXdV/CsGAv6JG0dXbAIvrKtRZCiRty5E3n5Aux5dlXp//Ythn8+QqKgofPZ5Mq7qFxxpYwHMDdiNQLbxqtIQWpwQSpGyfCI4nAnlVaHaaCeRHZbmnpNGuVJln51cQ6e5/ZE313tE3JQAKg0jWuCl3h/jkfW3GFUer2F8VpVezPPCgvHLLIjTwfm5dKlU6WHUK9yG775KQXjzfigIa6oWZtDSEFufWJaVXy4dBMn4i55BjwbxHvYbHwz/50/sqaqs/PIeOGpEfzrvtR6effZZxMXFoXVrWigiRRAQBASBKooAT0fZfTwT19x5O3LoqMf1P+ysop6KW8VBwC9xY4FW0SSzIt5Q9583dcXfPk3l3gH7F8dI8xhF2q4Zgu6B0qMeitiuwL4UEnFzFuQTQXOTMzNZM6JEruUJlG7Mo7+KrDAy9HlHxLwjbmYzo8Kb4J2rrFPFIXRWKRdPP4Lzywk36cvJySNSSvMRHQVYs+EM8mgT4ZD6XVEQ0pgijAXkO9MyLdJoda/s/DL6zr56ldUwV53hv1Fh7ZdbxMjh1+Kuu+7CyJEj8fnmY9j903GALymCgCAgCFRxBJIXLcLPBw6jd6+O2LBpVxX3VtwLFgG/xM2bdNgJjaIFC88OvwQbfz1mSWLsxhW1vl37GLSlq2ikTSdsQaQUz5w6hm+/OuZhljYRnw9fz9dWs6oVrbR6ll7zaE5cPpGdLnq6zzywUaMmOHee9kOj8BhfXN585z0P2XwignedHSYhNTTixnJdqVKNRQXEPLxwDwUKtVT2wQ3/tFPhrqeVwlZklDsE45eVAjtfrfwyj+dIG5O2pZuP858FVqKlThAQBASBKonAd9/uwEXxMYjsN8j2O7lKOi5O+UXAP3GjoRacxFJgvYhQDOjc3LKtpCpvvuXOYonin3ud4/gdH3PddL/tRWm8ut8AfP3VKjRu3AR169bD4OuVArfCAAAgAElEQVRHFGW4T9/Mk8cx/4N5YLnGPQnWr3ffqVx+Gc7fetM1Kj26lCNswtl8ngmpEAQEgaqPwC/fZeDlV2ejz6UdsW6TpEyr/h0P7KFf4qYNr/y/mH+6fyJtd8ET1MrOl+sGDVMrUhd8+B5Onrjw1F6Dho1oXt8AsFyjVFW/zI8tz2nbs5UOw5UiCAgCgkA1RYAm5KjFbmX5G1ZNoa4Ubvslbinrt1QKJyqqkS1bd8CoO+8tUfO20UkR5V3K0q/GjRtThFHb8668/Rb9goAgIAiUBwK84p/3N60I3//l4b/o9ETAL3GLvyxG8BIEyhWByMhIWuFadpHScnVWlAsCgoAgYIFAnr5eTn6TLcCphlV+iVs1xENcroAICG+rgDdFTBIEBIEyQ8AgbmWmUBRVaASEuFXo2yPGMQIOfSsUQUMQEAQEgeqIQJ7rxJ7q6L347I2AEDdvRORzhUNAUqUV7paIQYJAlUPAeXQ/Vr0+Awd+pvOby6i0vLgLrhs/EY4mrfxqzDPtLeq3ozRWCwSEuFWL2yxOCgKCgCAgCPhDYPEzT2LCY2MRf+Xf/XUr0baU737Eq6T3llf/W6JyRVjVRkCIW9W+v1XCO7vNgKuEc+KEICAIVAgEztK2TVdecSnOpW0uM3tY3/OkN9B3nMxxK7NbUikU+SVuL78+t1I4IUZWbQS082Krto/inSAgCJQ/Ak46q7mQzgl1LYgyHU3Nb7mez7Dmota66599173TsYL0n5LD89P4XGtDlqrTZLA+LoG+43L1/kuWLNEGyv+rNQJ+iRsj8/QTE6s1QOJ8+SHw6aL3lPJAf436WLjuadz1xHxXdeyEFXjmtnY+3aTCQOBrvNV/BS77chA2qtd/4VJw3X1YbQlSD/zhvfm43v+0HMuRVbZy/zw88/tnkd7lKfxn5mg0Ky1HWc9UYDzrML9X98v7HpaWEVVXbiGdVe2k4w1NfM29563OvT755SBWZhxxgTAwpiluvqgF7Ort0GIdrI9LoO+4fI3fYd26dXbipL4aIRCQuFUjLMTVCoqAcRB9UOatm4w7nkjH3f/LwFBFLPYgecJ1+IdjFf4h5M0GQjoFtkssWjg6oPUN/BqCEAolONCTcFyg42gM/QpvXvuqWumrH8FrI7OaVO+fi7/fNQU7ukzGS2syULqH/hGmrf+IB/qPwiP9n1UAX/d8Bt0vfmd1D6vJPShBN50UbSvMp3OdjYiYHiwzq2DS9tH82a6q224fBx63avdxn/obOjZW/TwicsYHJoI0jkug7zgj4ma2Q95XXwSEuFXfe19pPA/016jbESJp736IgS/sxLDWRm17DHvqaXx/55v4aeQUdK80XpeloUTYon9VGx0z1uqV1KtL1XnaYldflhZXDF30vE2dgrb0vP3zirKzqMXIhfhwpLc+63vo3Us++0egkKJthbl5KrupipHmVO/povoB7RqAydqCD15XXfh11B3j1WthoRYa48/cz0kkUB9miuLxvy9OpFLEjfRxCfQdl+8RAlRDpFRjBIpN3BYtWoRv0rSHLlj8pj99e7BdpZ8g4EIg6G3c9n+J71LvwK1Xev2F26Y/ruy6FAcPAj080ntr8MbV92KlB9Y9MfrDhRjWitteRatpCfhu0r+wg/p0eng1/jWyndZ7/1w8/TutnisGTtuJP/Xhd14yuz6NGa+3x2d+ZG2e1hFTP9WNuOktzJ90rVuOGj/GFck5tHAkJr4Mk41kv98+JGq/2dY78OQ33gS2HYY9PkYZYLyqD1xCCEu6fIqqLy5GLG0PksYPwLxUTbKGn45dkfwxsPeUp0llXwdigx/sPf2ysol67Le717uxn563Vr+NxO8e36REuZ8RHRv1LJm1GPUvAlPc/vvYq4/zvd/0TFq2+bmHnk7KpwAIFHD6UmdbzN8MzmS8T2gXRfPcChVZ++C9mUoavxbo0bM7fv8g+retj2HtoxQx4zlxam6cl16e9mYUy39jpv65xsQ6LxnysXoiUCzixqRt3759OLUrFT2v/xOu7h0bEL1pz38UsI90EASsEAiURnCPoW/HrrFoqVJ95sKJv03Y/xvVuyJx3M71PTHmw0VIUPVrMOeqV6iO04DamHnzbsAr3+5G89/ewVO/ewzJ8dyX+hFpa/fibjzLZE21jUSykuMtU5PL+q1lAT0f342Fj7v1J985wCWnE5bix/336PbtwY+/Ejmgrm4be9Jnf33Y1qWI/5BsZR+//yueWrgPPUfpBJTVWhb2w9Bj7mCuLy5Ge7D0/gH4bsAaLJxltkPDLrA/1tjfMGs3btDvYSvTPd3oB3u3Z3Y2+bnXRD734gO6yI9v2Q9+fgbgzba7MbZPIPw6IMHWXgP3NficJhl63m+7NsubKJVFROBY2k/Y/fH/Ao6KoR4narUDk7TXXvmXq/8DDz2NS7P2I+bHFGz/MaAYdAiPUJ0CfcfJqtLAWFanHlZ/Swf0//CxE2jTpg2iWlzj29dZgKyMJ1DwSwLyMn/ybbesScY4PU2jpWa0lI32vi9mZFgOqr6VGTPQl/HqOwOlCg3rMXSY31sgnzGjLxzjkt0tho2u+1r8++j7TJifD/N7+lFLzcAhq2eJCFrrNt7jNHPd8s2f+X1P/PHpe2gOEY1rcw9G3kTkbz+937+bfqzvRO8rdXnmNj3F4mmzH1kse91TGHlVB7r+iBXU1Zye7HvdRZj7/hqtbt0cfNfhBjBFCLqPsnUT5v6O5dP12AfY8etufbw3Hp5YstW+2HOtWX8xMNq/miKjd2Lk7e295Guy/frsF3u232yf8dnGRvNzYmeTX31Mosx+9MdNE3ti7769uh0m3An7Oevs7DPj7LZ/8wt/BP74kM/95nvi2+bvXkqb73Psi4mGPFCDyFRIRARq0GW88vsaEZHURhe931AvGj/VbIWXXpyMnJwc18WfuZ7bVV+WpV9qvJJBsvTL0BnIPiFuBlLyyggUi7g1a9wQ27ZtQ+bBr+C9oXPOkVWIxDcIrZuP3EPzKD4cbDo1HtPTKe9PIWH3lYSxcp/cCBhkaDQwj3FaOxH8l1+plZiJmDdqAWL5By42EV0n2+gju0YvGIX02UPdpqSnIWVskn4vL+w+8lL5oK6216Fvt/exgX4gPfrTj3JK6kVo1dZXDnmmyIPR3/zZs20PDu7WfmCNkxwcJrs41WHI8ZbJsm1l7ado3aPA5O/24OPvvsI93dz2qDF9x+Ge3SuwmWRs/mY7EeloD1kB+ygmc6cun3XQ9eSAoPC08sPbF1u/dAZliZFFmwf+/ny2GGvG3ts+38+m+2h+rizkKpss6l362kZrpMpbDkGu6e2FexbomP/nTqyY+w4O+zwL3s+G/pmei49C5mJ8vGe7+mTTZmAor77/zoPBhL+8HDVqILRWbYTVrI1QuoxXfh9asya11cL62u2xOaw5nv+/x5Gbm6uuRx6b4nrP9dy+vk47TRbLoyu0Zi3t4vf6xfq4BLIvT19VWmrf9SK4UiFQLOLGEbcuXbqoiFsBTcZcn7rHdZ06sAjh9erhiX/tQVTtNGzeshYb0/ZWKlAqprEZmDGayFNSGRA2EwAxE9e6iLSZl5kxyli6ABiV4EEiM3akIj4ucAo9GKz5xzO4qwNuuucuLP/zX7HZNWYNZo36B/DI/bjMQg7rV+RCbzN/Bn7AWiI6qo3mz63dehf60A9piPrBfh/rv9fH0Q/pwiV6m/mH3qTPVtb+DGzv1gmtXDrc9mi2dMDlA7dj4YJ3sN7xMG4i8ulpI/f300e3dSERiOAwtMbCPPaCMSKCfRURbCubAvocAHsPouW6pzb30fw82NnkV98A9Blh9mMNPpn+A9q16+BJ+Fx2aNj6e+Y0+3/A23/+HFf9ngi21/PEz5FdW1Hvr/R3P+sGzhwJC6tdB6G166orrE4d9Vm76DO93+RohCn/eAR5eXnq+stfX8BloWfUq1HH7dwvzCyDZSl5mhyWxfq4BLoXQtwUTFJ0BIpF3MwRtwLaYKZ3XBv07toOvTqGIrZ5BppGFWJg35po3TQbF0VtxGUXtykBwDmdSum2ZD1NSF9ofc05VK/UnDlrB0oozuhLf6nSGL60Nj0965VuVCk/1mPkIC3lesrT5I5DMv3n10YPFKxsog6W+nhgOtJSxiJuB9un+eH2X9frkzc16gPYq4/z9N1Tpg8uLl8yoPE2z9hfeloKunayiQfa+mjW6U678tYTQV/xz9OPJ/DPPm0xXF2j4Zj+G174HUWqrOSQHx715s/ohfa/PqLJue0ZtJ/+PHopGddhwqJnsPcRXcdtn+HqRUabPrfJW5edrPjxuA/PYDzb+o90tO9mske3peXvEtH+pWfguOY6zVYPG7X+9n00Wx0v9dPxID3Pf2WNhY/NXtgY7ReMUTRuevNd8slt0+vf6/c4oM8BsGcbfe6p3X00P1d2NvnX1+sJsx+j6Zn4FhPiDV9+wFu36c/II7/gvmfuU/Mvfe3zfQYvemQGbmrjiYl6Tsk32zbv+yefg3vOdZwIWtSIjCRyVRfh+hVWu576rF3a+ytq5mDy319yXfx5QJQTVvUaUdNlKMKmk7Y6XFdP6eNi+d1kun/B5q2UMClVHoFiLU4wIm4nszuolTTr0/YpoOplv4N+0cdw9Egoduw5hfyscGTtn48tZ24rISBTkDiFUnKUJozhH//Y0ZiRsBYTY+gHn1N5FI1ay9k61UbkK53bmLTEYsGodEotehOJeMRjAZZmTKR+bCKRkDRQnVH8yF3rxERF1KYgTunhMclYAjsbzRDY2eRHH61rTMUcusgPJytj3bEY18kJu0iYW2MMJtra6/Z1GgXO3L6b7U2GfRsTyq4Y7gFtBnakxiNuklmGW4/9vTL6MD7D6MNlqoIjYkUqfV/ApxteCGLIAEzYMMDUz/sz0ObuT/HpXy1Etf0TXtjwJ4sGXxlGJ2tZFCV8ez9u8pFklsPv9+s9vOsN++360DBbW32U+sVCa/T1z9qvQHo1eyd4mODtm5XPwcg131NNga2NPvr3w9OmYPRZjIGVf6zMGz+rz4bf3v3N99i7zcMR+VBMBFR6lMiVvzKwNq1khjl3GUbdw2BX7yuLv8+0JaWsj0ug77g8WVXqC2M1ril2xG39+vVqjltefoGKtvHVsc0o7Px5HA7vuAO3X3kPth29HuEtx6J3l7YlBDHNg5unz7Oi+VeTx6YgLZ1EZzCpGYvhxhQrj7alWECRqskas/KxY9Sorkicpkd3kqdhQdwodDV6+ZPrI8mosLHR3D/DxqaA+sx+DMWk6fFI3WGE2YgwxnpHFW2N9GlIHkdEafJkt++mHv7afASpCo3MWQbcAvpI+yKN1oi2ITvQxN1Sa9dmk9Ffw25ci/2+JGWVhD0lJaMy+FUZbCyp+yFyiv3vlb9v1Dw0NR9Nm5fmOceN56bp7fqctTDXZ643z2HT3+vz2sxywlSdpoP1cQn0vSL7uBm/BvKqntPiwMARt969e+PjFceRwztGr9uO0LOn0CDlS0ScOIoz9Rri9HU3wnlCCwMTkyuOmgBjOKpDXYYH6BaoOWESpi+YRvErYn1LUjFq0nCkJQYaFGx7CdnI6mI6EamicKBt4cUdeuQveRwcU2Zg0lDeSCCIkj4DU5CkopXjvLv7a/Pua3xmchYfB8uAm90YV30KvYtHCjFyLd7GX2oBB5VeB9JdYvpLUlbpeVx0yZXBr8pgY9GRlxEliEDdJk2RuvMAug8ZUYJS/YvanJoO1hvoO0aIm38cq1trsYibMcctPGcv8vPb4borOuP0zBfRODYKob+dRV4tB3av+h9a/0NPV1GYd9OarSWAbQoWLM3ARI6eGVErFWVjUpOIJcmzMVRPlU6ZQ9EpdSpJAkbFJ2LKjEkYahl1i0HCqFSMnjGDZEzGbBLtIi+KLNnJtXPHzkZT/xgbm/zqG4rhY4eZ/KD0ZSLNI0viHCWHHYtbKFJHwTYmfZx+9Sz+2oyesYiLTwUH/obq6VJerJDSdbL1ile/PrLMeIyatxaTpznwNyNVGuhbrbiu+x13HR7adJ3fHsE3lqSs4LWWfs/K4FdlsLH075RoCIxAwuNP45Wpz+DsieOBO5dQjzoNG+GGJ59RETd/Jd91lIO/XtJWXRAoFnEz5rhtP9CciFsBFq36Cb2++QrN+1+FdpMmYedbb+LE6hVY1y/YfdyChTseXdNosrmDozLAWJrTpmVHh2J2+nSa18aL5blo0Setjed3JSGN5oM59EgajzPPC4uZSClCB7EXqvckL/7k2tlsZ6O5v51N/vUNnZ2EJSY/4qena3P6lGgtVaq5yP7PJuLkTcSsbY6fPk+fo+fb7q9N683El3byV4Qaaj5hYgrrN/LW3jL9+2j0Hjo7HX+7/A710Vjx5S1JPgsCgoAgUFIItO7eC/fP/6ykxJWonAKZ41aieFZ2YY7Dx844T2RrEyW9nVn47tt4+gn6NfYqfHIC7+O2e/deRHW5GaNv7YvDf3kIHbp2Rl54OG28m4n07zYgdu5CbSQ9dNNeWIT/zbqQXdm8FwJ4W1URPlcGG0sBJ14MwnvLlfC+cpdffjk2bNiAZT8dKQWjRaQgIAgIApUDgRedNZH5pwHg70QpgsAFR9x4H7d3P1+PetFX48AXC1E7fStONW+P3f1H4Xuql1INEFAb9fZF7LhOcAZe4lpkQAKlEYosUAYIAoKAIFCJEPDe6L4SmS6mlgICxSJuPMeNV5WG5xyn7UAScM8Nvck0usZRzkwvHn8XcMRtm2zCWwr3r8KIVBv1lrA1Gzdu9CvxinbhftulURAQBASByoTAuj25luYW0Jcrfx9KxM0SnmpXWSziduutt4Kvu+6fg9w9R1E2B8jT3Cin3bypinLfKoONFQUrsUMQEAQEAUFAEBAEiopAsYiboeTC5qwV1VTpLwgIAoKAICAICAKCQPVGoFgb8FZvyMR7QUAQEAQEAUFAEBAEygeBC4q4lZbJs2a9hoHtN/uId9IMzY2n+uOOO+70aZMKQUAQEAQEAUFAEBAEqjoC5UrcVq1ahcgT+pYhJqSHdK6NRq2uQL1O96raJz4Gfjj7Ixb12YRL9vDecELcqvqDKf4JAoKAICAICAKCgC8C5Urc2oauRJvLohHZpJuHZSsWfICGDQ/i1E9TVP2THbVmZ5avA1IjCAgCgoAgIAhUBwRee+216uCm+BgAgXIlbhE162uk7bR+ZFMN7UDBQaPuwJJ5b6N2zZqoVbeOhwtRUXUDuGS3Ca5dfQBx0iwICAKCgCAgCFQABObNm1cBrBATyhuBciVuBbyroLOAMOBXeuHNakJrAOd3YvjvrdOhKxYtRpfyRk30CwKCgCAgCAgCZYzAunXrylijqKuICJQocUtJScGll16K2rVrB+VrQX4hEbZ8Imz0ahQ+k42vnF+hDh41dnWlExrO5lBfKYKAICAICAKCQDVE4IorrqiGXovL3giUKHHbs2cP9u3bh4EDB6JRo0beunw+FxBhczrz4CBSpggaE7VC7Zh47uzUSZzB3dwtPqKKXJE8zoFhc/RhY5NMRzVl6Aela21jk9IRN4UPTjerGEvn0Q+nA9+nIC5pFBYMS6Qj3uloez70fWKM6mgt3zNdmzGDjomiU+Gnp6+lQ965bRgMk0gY0vWzP61lkRI+I5QEaKaxTbMxlA6WV3JM49keX11ku9Jr9ssrnWwp37u/yWbVxAfMG/7Y42NtO4/3wsGsTt4LAoKAIFCNEZCIWzW++SbXS3wftwEDBmDx4sXYv39/QISZuKEwl7KlBXQVopAicIV5+fRaoN4X5BWggN6ri947mMgFVVKQGOsAn3HpvjwJxtDZTkUMnc4kjJ0zBTMyWLBG2haMStfbnJg9NAYT1+r9FCnh90yQuJAeWj8xj+WkTwcSR+tyAGv5ZuOTMW0B0xxzMeSTTSlp0Gf+2cgighO7AKOUPXQlAVM0J0hgPP23AEuVT1wysDTNW5dZr9V7f/LN/Q2bDYzMbXb4BJDNpJMdKsNy/MRJpP2chtfe+hxTp72LKc/Oxv8WrccHizfg02VbsHb9TnXt/PUY9u4/gaPHzpShdaJKEBAEBAEgLy9PLsEAJRpx439YTZo0wYgRI/Dee+9h2LBhiI2Ntf33VpCfRwQtV5E0LszLNKIFzEjphHPnzuPkmdM4k3kGx44f0eU0x6vfP67eL5nzgo1sI+pjbtaiSa6a5HFwuEJu1J8bMpZiQcpYTF7rEYay0cHVNG7eRKjedND65LGJWMJsiyus5JskJY8bBkxOQtdhxPxcRSOcFITD2CSnTg5tZGXsQCoRxzlEULm/KmOHG+8walRXJE5LxkQ+9D15GhbEjUJXInPu4talhpI+j/PhbeUHiw1LtcEHdraT7OQlmNN1OGabLC3tt0zavli+gqLFh3Dz8FvRuGEDhIaGYffeo/RHQx4yT59TbZzW//6H3SikB/XM2RyczDynTGvauC4iwkPV1bRJXQwf2h01I8NK22yRX0II7Hp9MHo+uV6TNmYhMqcPKiHJJjG7XsfgntsxKZP/wIvC0oRMlIaakjdcJFYkBN54440yMefMmTOoWzfQQsAyMaVSKyktHEucuDHKnCa9/fbbMWfOHDz00ENo0KCBJfgqVVqYh3wibhQbU5EjI0JWv2499Ii/Flk52dh78DC2bfwWeeeykJebh8GDrsG7H5hJiKV4+0pOARJvSiJ9Q1WUbbR936BbMrAjlTozdwokP30GpiAJa4lTjfOQbxBOtqkvZsRSyhH+bDXSo2YhydqHhEmYvmAaJR5JyZJUjJo0HGkuhsddTOSWSeaUGZg0tJOXt1byvboE/dGEjxpjLTt5yRzin0zbdD+Cll/8jtt+3o6hQwbjhZmrMXfhDzh/Ngs1HIVoGZWFFi2boWnDCHRq15Se47qo37Ax6tSm1c40jzM8LARhYeHYt/84ss6dxvnz53E0sxCvvPklHn9wcPENKuuRilQ8CZ26uLX3nopNy8cjuqztKUN9irQtHoFNmctL18/o8Zg0Jgojo+YCjKv6S1GKICAICAJFR6DEU6VswokTJzB//nw64eAOW9LG/XhVqbMgF0zg8ildmk+vBTTfjV/v6JSCXVs3oVvTSLQKz0P2mfMUIs5XpG3u/z7A0rdfKrq3xoj0NKTEx0HFAlWUTW+IScCo+DmmlGMgFSlYYOQj9WjdcM6h2slX4ijSNYxSnJO0ZKu9hhSkcfTOTlZMJ4qg+bM1BgmjUsmXGViCyV5z2ey1uloCyg9CBvlqiY+t7GSKoo6liFUwskuuz759e3H8yEHafiYUwxKuwG23X4vobh1x5ZAEtI3rgbOhrZFxLBTL1h3BB59txYsvvoWn//4q7k2ciz8+NBvT316JtT/8hkZNmlP0LQL7DpwsOePKShKTicxMZBrXpqnoXVa6y03PLixbHIeFZUROB03X8S0jfeUGqygWBASBUkWgxInbsWPH8PHHH+O2227zmyZlrwoVcaM5bfSq3lMETHtPc93o86iO32L5t5tQq1ZNBcLggf3wxtz38MXcly8MlKEUjaIEYyzPgRudhq6uiWY8n43Sl4mxrsjfOL+Bn3h0TRut9aVFAl2T9LlvtvI1s+Onz7MhUsbcPFoM0TVJS13ayhqK2WpendtWh5exMRMnky8UZrNkQqZ5gMNS3SlfF7KB5Qe+CTb4UBTQ1/Zx+uKMORim5iZSSLSMyvWDB2H9j1sR6diJrz59S2nlZzG6fVO0a98MvS6LxWWXd8LgIb0wNKE3fjfuXvxh/Bg88uitePiR2yi63B91mzRUBC42pn0ZWV1GajgaNzgRiYOjEBWlXYkrdN3cptdFRSXCqAa9S3TVRyHxda2fMY6jXFGDX8cuFmMlY0WiS5ehU/X3Z4sHHF762TArPbuWYTHSMM3bB6VHt88s16j3a59pHPdz2W1RX0a3UNQIAkVFQC0MlHLBCJQWjiWeKuVjrHiOWzCrSs+cOoZvvzrmAU4BR95oMUJefr6ahFk77wekZo3DwP598b/5CzG8Lecj/RUiBU6rkI25XltwMNFSDPej+V4+bdZy4yatpRWp3p3t5Guy3b3NMu302skiKTSvbq3T1wu3/2Z9wejy8tFGvrX9XOuLkTU+VrbTHERaUqutjNU0cNq8LIqRKn31ra/R78berj8gVERY//7yZ0t4WCgujmmNTxevpT84TFvblIXxZaFjfRo6b6JoEedMmYyMTERCZgKWUno1bmEmltOUMJVyJGaWOb0jXh88EqD6TGOqGBOexb2RNo3Iy6AYvLyYsoXKbiJYljKmU+SP/ijhcfcDs4wIFX2GpS3T4Z6VtstXvyKSFrY+TCasj6N5Z8vVeJcPXO+vDPJjn2sc6Rw5V6VFPYtdvT+F0iYICAKCgBuBEiVu7dq1K9I+bgN+/2ZQ9+KJf01D86ZXITLMgYemfqUIXViYTP4OCjzpFBABTpW2aFxf9WOCpm1T48TRk2doP+gacIRoq5NDQ0JUO+9bU4NO+WBSxx/5CqN+XKokces9AkOMiW6DEjAG05CxojPSiJTM0hlT9JAR6P3kUqx4uDNFsdz1bvBHYNKIxbh/cBxGTBpBJI5admVYy6BZ+24i5pag3lnZQqG7QYZ9Kormpd9OD9mK3p2hn6gHsw9Y/yR6EtkzyhgiosRJgy4rEqeh80JKN7OfpmJXH7Rg6SgICALVHoESTZXGx8cHvflusMjzD2GN/Bytux6AEdIWLHqVqR9H64xtVsrWbu9UKafpmZzt2HsMO/YdxfZfj2DXb8eQTu/37foax1Oux5FvBuLArhXYf/gkEbyzLoM5YizFGoGO4ychLi4B44tAgKwllVBtdAzivEUZRM4854/m+6looXdfu88UlZzWeZavn3b1dnKkXhAoJwRKK8VXTu6Um9rSwrFEiVtpoBNCUY5QsnLRp0vRpk5FirIx0fDewLY0EKisMisPPkaqNNvZEZpo3Q8AACAASURBVFcMuVtbIEOp+s5tmqJNkwZo1aQ+6taKRM3wMEQemY4rr4nEVQPqwnnwbVpFeg57DpzA2fPaHxdVnritWIq5HPWilGccRaVe1ie27Vq2GOvHJFDkawhGwF3v+fQOwnTzHhhMnKxkBPvIG7YY0TYeZ6XfVk9HcHxwmcHIdm6nzGnMha0u5Ujd0gQsH282iuyyqw/WV+knCFRIBHibLdoBwbVnqGYkbxrvsKivkC6Uk1EKo74zaF8Lo3hjybtLUB+LifYlmiotLf//8ffJpSVa5AoCtEebO1UaGRGG81m0tyCdm5t5Pksd5hFBc9hqR4YDxz6hfQppa5rt9XH0eC7aNz2IWuE/AvWvo33bqJ1KlSRuHmnDMTR9TdsiZDpFogb3pAULynOu1xKc42eZ66llqvc8L+OhIyJnI8Po4fNqY4u7XzR89HOa00bP+FkjlA8qKaq2PyEfKLXqmSrtjambeLsQmmMXsBAOlhu02dUHFCgdBIEyR+CCIkW0HdYU1xFAZW56hVLoD0fepD+dT0/qS5tH6KckmY1PHhcLdRiA5/FGqovj8LEzzhPZ1itIFr77Np5+wnfye4VCRoypsgjwfDJ+8JdvOWrp4xXtNLJk2ViESmMD3gN02kcWkbWeA+7ClrRf0aVbB1oko21Rw/PYGmU+j4FX7cPKtecwLvEX/La5F5Z/0wn5rZ9CdIvG+Pd/FmDq5Jvx5JRP8Mr/3V4ECypwV+8FAuVpakWypTxxEN1VFoF1e3Itffu/gkh81bMesrKt2y0HFbMyLLQGnQxzHI0bNVRbc/kvX+DByKm4aNtXeFBNgcjAzGvj8MuTnwI3m+v9S6mKrcHiuHPmNej685PIehUuLGP/E47nLk7Dlw9ab3hfIVOls2a9howvxvpc6Ul/wgcfvF8V77H4VI4ImFOll157h0qV8gKFJg3ro3WTKLRp1ggt62WjWcQ61G1Uh1cgoE4dOimhdiQahqxG5vF0Ok1Bc6BKRtzK8d6IakFAECgPBKyDOQEtWfYfTOryKWYO8e7JhC5cZSb4enCZ9rn/TD1RuOwB1Lz2FezkYTtfQX+9n9bXLIuJoiHnGsxUA7jOeO/92bvNkOVV76HzASzzNr/YnwPj2PHBr2iv1ZtQcwKRXSq//Oca2sf/UxNp07B60GRUuaZKeeuQyBMLfSAZ0rk2GrW6AvU63avanvgY+OHsj1jUZxMu2fMT1dzpM0Yqqi4CVpuCBP7nEDwenCptTKcicImqVwvHabEBL4rZf+Q4rSgNQTitGK2btRYd2oTBefQ39LwoDC893QyFp4+hfZsIZB7+isheHzU+n+bGValCO/4vX15BPKpItlQQSMSMqoeA1fed4aW/1FtJIsHff/wdG1gfbZnE/1FmxOkkMnRzKl5IfVW9d9fvxMz+cfj41jSc/9K0MmnwJ/i55n+wbMKN+PRmOuAn60FEO5MxocujiFuSg9VM/ohQDejaD6+kGhE9ktrnRWz9MhYv1Zyq6zXbwCiYP3u3uZD0tLvLQtySSjrZvGUTMOCVDAzWQogXBGuwOA6e+QnuqXkz1C6ib91HWAwxYd8RE564D7U+TcYrg69X9pRrxK1t6Era3DQafYfe7HFl7D4KZ9ZBnPppirqe7DgFH126VNVJEQRKGgFeVfrjlm2uDXjVCR40x43ntnEo7Xx2DsKOzHKpXbriJEaO+9X1OeTYRxyEU6XKETeXl/JGEBAEBAF7BJY/eDOtvn5bT5ma+u1Mwsff34cnfIjQ9Zi5hPaHJ8KCJa9CHRK4M522xL4PNxkRu44P4Yl7v8cvxgz+ZZ/h7S6xri183Fq+x+NdI1CrJl83420PM81tERTt8/JB6TT1Gf4mvv+Fjy0qq8LElrF7EfegD16gLYSG15wAj7+Xh9yIe976TK/7onyJW0TN+ohs0g04TSDxdY7uzvmdGDTqDnz57U9Y/wMdRr7jgMcVCMoLWakRSHZFaGf/PBeZeK9EISv57FHuxGemFmtlj4XM8nRe2zqNd+hwXyVojzlVGnvFrSpNyn8p1a9dC02j6qF5wyg4anXGlp+OY/mKQ+jY6Cw+mxmF5cm/YesWOqe0RjRy9Uhb5SZuvHktLTZwHY1gAlmdFjAYrwe9J0YJ3qCqLIrn7emnTqygw+etoC9z99kmq5MjytyQaqqwlL/vAqHK83kDR9q8pGS8gue2vYg3fMhZIG1Fa1/+2Zu450Yt6uQ5kggPRczOZ/FF0SuPRlPbkvvw9nN6StajD0e5jPH0OtNKR9FsDQ5HdzRy9YOxmoKhr2LrtFQM72+283o8QnXPUW5458yp5UvceGd6OvOKjOVXuoyJkETehv/+Tgy6dQT6UjTEfB3Y5z/qplZqjFpAKzXMy2zdgLtWasy2Ol2haDemPHoPHT4Wc5aYzuHKIHJrPhOUjMqg0+7j4+ghUCcfyJYlge6TcVYp92vZLEqdocvk7fCJUzhE18kzZ5HZ9AWcpfNzz1/0Hc5fvE5dWXHaqzN6Ji19r6HUVGbituv1+/Fk3EI6/cBi+1s+LWBhHJ6832I/M68fenWkFR8jVSFYSKC7XwLtinz5+stEzHW0l50adfj8XDp8ng6gT5uKhy2gtxsq9dUPAS0laaQmS+mVYFUnxqj0Z6CL7wFFq4Y/hrgnONVp9NfvDX+OHopb+ryJ5yj96CmPUqvDnVh8/hMKMdG8MtU3lvZWfBOfLtPlMCF8617cOJg/f4FPXe9N8o15M1a6vdtUAlj3T39j6PS1z+w72VqT5tFlaHZYv/fCytDjB8NlE+LweNwnWDUhWsNctyl6whosjnsM3SZQylkfH339bbQv2r/x0qJyTpUW0Io9OGlOEBM2zjXxKx0kj9w8isD9Cpyhi1/5ytyFs4d3sFsBS8zEtRp589r/hKNVU+LSsdZieW1AoRWlQ2wc4lN3uPZ+yVi6AF2n0/FA6kR6LhmgKoxKsF6NUlHcqEh2eG/Aa0TcwkN530AnsnLycPLseRw6eQoHicgdPpGJY6dO48Tpc7R/Wzay6XktpH9cXCrv4oQVeJn2xJjqjzkMepjOJLDbo02/o0Ri7n+SDm7nw+qtCGBFuvElaUvvMRhDx0G4IpKEw7S03vrRXv4VyeHz/vGR1kqAwD20kl7lOq0KzdFa/QniHu+C2rQfJl8PLd+JVwdQevCFP1OKdAgSX9iGEQNm0uKEIXhl64tIG671q93tI9yyldOoy/BQLU6BvoURSga/J8LYzSulaKVe9dPlDd+GF9540CvVqumEyb7aPvlUS8EXVPkQ+TECn+Cc70oOJXfwzGzaZfJm1Fa4UOn4IP4S9xbejnuy9CJua9aswfPPP+/XMe1oISJpBmnjVyJzP5+6Fj+fpotet526BltPXIUfj1+FX05dhXpxf8Lab7/EV2tW+pXN5C0JwyhlSEl0KmnT+tKnJBNp0za38+B2nGJUkTo9VZjMqUbtuKO+rh0GvdOInp+1jQe1MZ4b5+mb6eny3JsTessz3LKpj0nAKCzAUpXz10haXEIndJ2zhKzmQvn6lK7opHibWYb+fgb56OMTizL76kWQTW081sDMM23rZS+PUR09/bbYS1BZXZ7FSJXuPd4SzbveoJbA8z5utSLC0aBOHTQ9dRStv/gQ7Z5/FC3/byLqf/w2Qn7NQHZOLk6fP68IXKWf4+azma3FQe20k9mQEXTmaIZdvpRSrfcr9ud5ZJURkVKHueuH0asoncXh9R59ub8palUUOfRAuSJ/Sq+e5vWKDqrzUDkt6F1vHBDPD6a3TZZpxM5IGAEs1nfzXUEsOI7ObDZKULbYHEqvIneMmx1mPjbqGCvlFvfRCkezDDo/dr3aL0/DXwVOVapcvx/GqyUOLpflTSkgEDgC5hX18RPtsZPFQSnzpHq7flr9YLx8LgtnibV59uP6L/FAtGGP3o/70vUynVH3wKosrFSRJieiJ3yJs6smaBG76AlYqfc7a5IB3IuPXfUsZ4lKiTqdVroM3Z563fK8xnjoDOSPeay3bjf+gXD0xc1X1qBXyBYDF76X5O89Nw4uHeK2evVqPPjgg3j7bc8pgt7PMRM3FOZStrSALvqxJNJWyBE3Kt167kZc3zx0vbIFnnq9J06E98ZBRzwO1rgKGTlXq0PoA5Whs5Mwds4czKFU4pw5XZHkkR6lw9sne6Ydk5fMwdjJE6HFqlKQOAWYx2ClU0QrcbTP7tBW+jlVqz3ArHuK15h4TE/ndmqzGhxUXQw6dU3RA2w8qXIUEmKGYvjYVOxgMpe8BHPGDqfj3q0K+ZQ2XLMvaSxS6DxFjewR6YpNRNckzfZ5RAzd+yd6tjEWqcO0nbI90rakNzUeWKAxSnAkEJyuTZ6GxK5Jrn/UxclQl/aUD3OqtHN0M9cctz2HjuHX775DjXkvo8GeNDSJbo3GrVsgavsm1Hn/NdQ++BtqR9RCnchaKr3KpbJG3HZlpNExoEP0UwNMB7Vz5IwuI3gWHROH9dvV33+eRf3Q96R4HJ0T6nFqgPsgeZazaWoaRhopVD4wfpYmP3PhGMylw+uZI6iNcHW9mbRxrveB9MHKiR6/XNmuLk7zGsc8eNvu81k/CF7Va2Q0jjbxVXJc9vgMgjrS68mXFcGaxmlP05YIgW0x63TLZtK2NIF1T9fIsCVmdhhb3Uc/fYl0Kz/ZR+MeGPeFU+WG/0bbcm0jZl8kpOZCEPD3feefRF04aWP5XMpCT9F0cO6DbPMgolZ1JYNB0Wyz1lniONIK2+dSX8DEQc6SJ25M2h5++GF060aLDgKUgnxKMeXn0rygQopyFNBrgf4D6ERYfYrERZwGap/C3j3nEEUHfXds5ECXlg50bVMD+TrBs1fBkZ5hSKU04lgQYSLuNcwxTicq+qihw4lcGZGqZCxJnY5JLsZDY+bpJI7mik0ea5AlHksEKFaPqjmGmUgONXHUTkW0vOo9ImHeVpvleS8+8O4LuAgTk7SunRTRpAyqIk2u+W2+w6iGfDIcZN9pdpwiezxPLt7te8zEyW5iqebQjcVwAxczFqa0bfKSVIyaPIqNoBibKV3LfeYMgztiaWlYgEp/X2UBhgbRbKRK2zY6gK8+fUvt48bnlbZo3ADt0n9AwzAn+n2RjNDcXHQ8dwYDk5ai1pljOLfiY5w6dw659OxWqX3c9IPaLbOmHTujd1qG77md6sd8k0ql3m9ewaAf8G7IUge5z6XD6Pm++BwYn4YMC06obmFR5XBQ0BxZGjmXwu4Wdls8H66D4C3a/FcNQgLPV6OIVdwkL1ITwBYfnXrEa1rnTS7SrHRbYbYiA2mEvw/GVvfRDkfuu34MErzn2A1KoDMx6L7YBVn9AyKtxUbA+zuv2IKqyECKRp2d6RnJpwSqb10VcdfDjZ14bUAt1L3kY9z6Js0jpLYS3Q7ETNqYvAQqKlVamKeIW0E+TQhXr9rmp7EdyLj84zTn7TDSdx3Ed5uykPFrAVK3O7F9lxN5fokbkzbtuIi1EztpZiTMRvr0VAzzWLQwFJOobgqlQTNmTEHqqAQ92uZteQZovr+pGJEzr+gZpweHAUnqr4J0TKcIlKswyYqPA8WgLIpJHkXC5kyxXljhGqgTpmQyaqzOqGISiDSlLS3b+W2utC2TXor8DeU0bhrSM5ZSzI4jgWSxWiDhxDyMVoS2oqdKG3a+XkXc+C8uXika/vMmhNasie8o7XXZokVoSZuarZ8wATWpvcaWdcikNOmBw8f4D0FVKmvEzeKhtK7ye54nHTe1fCFFnXqW/+rInZQC7bkYIzYFjpR5OOpzELx2hFbaSD1NyGlEa2RU7aCHOULoRYCYtPmzxUcnCVJEuIJg6cdfaSoNBOx/O0siEhRIhopj8ReaCnBZR5OkPjAuJYcjfQetOofTZ1ZhfAdNb4kRt6KSNn7cOb3kLMhVP5Qq4kavxq71kTULUbdmFs15O4bzmQexecsx7Nl7Drv35NBf5ef9rt7jlaOcnvNehKDmvXVNRKyJPSjCs2AapvlM6E9xpf0o74cFKaaok92/1fQ0pBjkTI1xd+Q0bLwtMbQTaFOvCFMihiVq2UjVK4bnudGcIdf8NpuxVtU8NiUR0/TFqkxiXalSbqNProWs6hw6A4sYKPhGG6SXP6diybQ0Xh3hQYLVghFisqkqxFfE4v3Hp/33WhEFa93NqdJunVupaBtfew4eV38gZB8+jKb6JLbj+/ZBrYOmvd24tGramFaiNnYtTuC5IZWxqBTo4mVaJM3qoHbdKZVS7WzaRNPHWTp/1Jz2tD3g3WugMcfOTnRx5JiiU7uWLfZLuJQ1HOWyOiCedVPzGCON6OOzqYI3CTbSmuZ+drbY6VRjtbNc00babMNiYDaI7CM5RiZY+TomAYOs7qMdjsrHuViqQqGm4jP30atdPpY8An6+78qEMJFHSo9O4MpEZ1UkiKWIY4mdnLBhwwb6kcvDpk2bXA/ymDFj/D7U/OPoLMhXP5JGUesTKGV6YP9ZhIRQfeEZIDsEW7cdoYeJd3OOxPGz53BxU/759C3jKKozZyzNqbKZTMVz0JJodamj73TtYFdO/XV1qIULTo+FmPHomsZRIo19jaX5X9bzxkw2DJ2E6VNiEesgRhU/FmNVxE2L/iWC9M22W+mppUppFBWOvs0m0mPa8sPHTSZI8UTd9KiWaud5biCKZTe/zUeIqWIoZlOkzzGMsGMLVHqZmKwudzbNa+vLqWH1me1b68JCEd9Eiq/N03zjz6n8OV33lVPHwwwaOJaikXYYmMzxeuvN09xPi/2YorRwqvSL5StgpErrdhykvriaRNVH1sU9kP3DV+j4XQpW3HYbnLQYIf6//8XySy7F2Uv6IpdWmIaHh7oibgZxO0cpVC61a9cuiinl15dTYiOnYdmu8RgfbXNQ+6BdWLZ4PaUBOVjvp9B8qE1TB9Oct0RaXTrd+oB3n4Pc9cPrKTplXWwOpLeTQ0ImxUWRDer4ePSm7yJtrhx9UGlIrd7Q1bMnv7M4CF5Fy7S5X2qeX3FShrzlh50tVjoNo/iViSB9pQ7uGYXtU6d62a5jRt2m07w07hOlxnK9lvMcP8tcr5FPu75MuKMosjhX169h1BtTN03X5z7qDfJSqgh4f9+VqjIRXikRKNdD5le/d58PaJxqqtf5Hgy7YQNyaP1BIaVQ6SAiNOjQCs1a1KXIRhgKHXl48o97cMcdd/qML04Fr45cQvvJuLker5CcgjgiKJV555DiYFGRxhiHzK9KPeZjFkdrS+qQ+a/Xfo+ucRfh79OWoe1F7ekPBgd+3bkfPXvHoeahPYha8BpqHdmL2rQ9iIP+qDiddR4H6zfB6TseRk6raBVtu+LSrnj/ncVEfi7C3IW/IPHey4jQhaNZs2aKBPL7YKYP+DhahhW88rHn9kn223jwysJpnbGpJCalMyG6H5h1obJKQk5JyCiL+1RWdpaVnrLArJLp4EPma9D3j3f5V16EOmR+27Zt3k3yuRoiUGIRt+JgN+D3b1oOW/vNl1j00SU0340XLOSrFaQF+ZQeLTij5hBpVwmlpDj1R4sS5s22NEUqqwECnCpt0bi+y1MjAswb7x4Jj8LRQXeh/qY1iEjbqG052Ks/nP0SUCf6ItQhUmbs4WaG6siRI66PkZGRqFu3LiIiIio0eYsePwtTB/ekjXMtNuFl0jYyrWpGX+QM1Grwr7xquNipkz5nu5Td4T82K/ofmqUMQYmILy0cy5W42SHT9+r+qmn9+vVYuXIlOneOxfnz5yjtVA9XXtkHbdq0sRtahHo9hZmipf6KnsArgirpekEI+P79eUHifAabU6VZe3Yisu0A1acxpUr5j4a8Ohchs20M8m74ozYvk77UOCpX49hJhNIB9BHhYT4yz549izq0B9yZM2fUHx8hdFh9DeobFubb12dwuVXw4oJMjLfSr7aDsGooZl1JkaWSklNMN8p0WFn5WlZ6yhS8yqPM3/ddaGiF/MmuPOBWEUtLbHFCaeCxcuVydInrhKNHj9B1FAcPHgi4N1zwdtA+bmt5hYZVOpTmfFnWBy9depYgAn4m65aElkYNG+Cu343CwdOtENW+Pzq0bqbExrRviw5tWqFtqxZo3bIpWjRphCYN6xOhq4c6tOs1kzZeVHMuO9vHDOPoK37li//ykiIICAKCQEAESvn7LqB+6VDhEajQ9P2vf51c4QEUA6sOAk8/koCduw8hY/dB0HRKzH1tLjq3C0fddj3QtFkTtGreFCE1QpCVRcdc0akJ2bk5yKLVpWojaZtSk7YS4TQpR9/kr2UbkKRaEBAEBAFBIGgEKjRxC9oL6VilEfCXOihJxxtE1cZlPTqqi8vR46dp+5kjROQOIW3dLuw9eBK1atVC6/at0axlczRu0hBtWjRX5M278PFADRs2RMuWLdXcNk6TVtg5I/rKSfP+ZLz1RcU+apROABicgYdtFzfwUU8j9RWSvMpSP3nA+0bJZ0GggiFQVt93FcxtMacICAhxKwJY0rW8ELD6Kiv91GOTRvXAV++e7hmQx0+e1aNyh7B45de0aCYfbTq0Rcs2LRU4h/ak48HR3dU2IEzaeG5bpSi84atBgtSqQjq/c1DFPNJIrX59kmgmnxZgA+6KxJEgtgbeFUP1p2O2qtWh9za4SHVlQMDq+64y2C02lhUCVY64LaLd7T9dVyto/PJP78P/ZhX/5NCgFUnHYiNgHMJR+lQtsImNGtRBowYxiszdeetVtHihALt+PawGXt3tajRvXEulU+vUqVtxI2yB3FSnIyRoe3d5RON4T6/ltHiBid12tWHrXD1M547QmSNdtG8Y7T2Wtti07Yd5SxHvSJ9BHlU9n3pAuiy2jFPnfg7RthOxdmUFls6l0wvomDsu6pitxXzc1SDZj8waMKmtQAjw9x1/1wl9q0A3pYKZUqWIG5O2fbSzfcjRVDz9978FBfXTz+0Lqp90Kn8EKuIXWVhoDXSO0aJt5Y/QBVjgsSmttukq6ETRxJ7bMYmWk6rtXPVI3JBZ9J4PO+fjpJhYqa1CEpGQ+TAyBrsjXcoaHkPETSv6QepE0MyHty9n4freYUbPEn1VpwUsBR+DasEDS1SVCBMESgKBivhdVxJ+iYySQaCS5HGCc/bwsRNqq5C7774b7Sh15X1F5H6Ls+m3IyL3e9UW+Hgi3ojXOEze+7Uv6IhTKWWAAH+JeV9loLZ6qVBnYxrneo7AYk6V8oHkFFUbSfP1eM5eFJ/TuX67IkDWh53TQeV0zLzl4fQ0xOcgdTuE1bFR1tE2uyFSLwhUFQS8v+uExFWVO1tyflQp4tascUO1s/R/6Ugi75KbdQyZ+2ahU7cwnDr4BvJzTwd5ILj5QHnjYNkkOhJKSpkhIN9kZQa1UqQiVAZBMxE6ReyKOcnf5yD1oh3efkEAMAHt3RnakpMLkiSDBYHSR0C+70of40quoUoRN464denSRUXc3lizw+NauOoTNG2bg9CaoWja/BTmr1wUJHGr5He4ipjv/V1WRdyqmG6og8WJ6HgdSG5rrOuw8yEYAfdh567+dgep2x3ezmnTKJuD1e2MUGMSKbnLZRASxrgPTFeHrsfFSJrUDjupr1AIeH/XScStQt2eCmFMlSJu5ojb/f07w3z1aZyCJpFZCM05gUa1c3F5vZVqY9QLL5xOpbRp8gz01dOqfV05VL1NT6lmzOhLE9bNKVY+vcGcgjW10VFchjzeRmKcfuY8n6vq6DuDjq7n4info81j/Dj9yHrP/p7jA9hqKe/C0QtGgnxxBYPSBfZRc9z0lChPU1MrTLWD3dPo4HGVKuVrMKVQWZVlf68oGvVPXMadbQ5vp+06eOVnUbcd4VWiWtpWs5kWjPqUQdMXgnK8yuaeT8ZhYVGV+EiUCkFAEBAEKgYCVWpxghFxu/rqazHry+0eCLc/lIrztC8Xn99bSDOmDp7ajWb1S4K4sZoUJE4ZhXTaHT+GCU7saMxI8D6RIRnTFgDxPvddO3JrYox2sL3WTO9jE9E1yYm1Q6lGySRSx4fez6Z0bfI4Rd7S17rPrWPSNiUuHc7ZvHUFj1+AUek0Xn0cByaTQyf6KLep8LbVTp57mwwbQSVSXWH3PysR7yqAEDWnzPKgK0qbWrRRdIu34rA8bN6qv1m06TglD53mY5asZJhgUqtKfcxlO81YEumk1K6+sLQCgCwmCALBISDfd8HhVJ17VSnixhE3Pt/0yJHjeOct71PjzduLAt3prq/f9FMJ3XsiX/MmQtGYmImYPDYRS9L5vVt88rhhwOQkdB02xaQzHWkpXTHcm/9k7EAqzaKbzKTNSubQ2bRcnMjbuDQ11y5tWl8sINK2dqIuSI1PwZxYBxINbWOH6++IZJrriUp6/7j52Gorz9twk2vyVhAQBAQBQUAQEARKHIEqRdw44ta7d286kD4HLy3/GZG/7Ubjb75AVkQkTg66BYV163sA2CeqpCJuZrEZ2JFKnw2exE3pMzAFSSp6Ns7cNXkJ5sTHYVIxbmsGKYknPXOIoMWnxtP/vZgiUbok52wY3E9TwflWI8LHNeYon26Ena2W8opheDGGSKq0GKCV5hA5hLw00RXZ1RwB+b6r5g9AEO5XyTluq1evxiODL8Zl3y7C/7d3/tFRXFee/ypjGzATjGOIHWc0BKKGY1leMsSRHckktjfgbWn+wGEtbzwRkJk5LdjJos7Z1R47EfYcbydOrEncyplZkLzYgMaOEUPQxpFkA8E/sJQgz0DwijbQbWSinPEPHCwwASOEeu99VdVdXV3VXfrdKt3KqUj96r377vu8duly73vv3vBuDNe//hKWRvaqMvPNCcJH5+pEc6uxkK0VzZ0BrEhYTOThKqOwZU2qCcX9trc0oqSi3OyY09QpWIgiMsla9HVtHCoNNSZl8lo5X6QWHR21ZE6VoGJrB6KFIfLA6Q309qEhn1fioOuw5Y0O3bSzQOTNNkpgRYwQEAI5R0B2J+TclOSaXifVwwAAIABJREFUQp7zuPGu0vnzC/D484dwU6wHM86dxWDfh+jqOIi9VGa+iq8dLcOtBEWR1bTxoFOJD9DaNLOZVhLeCiOKqfXPmxJ8FMYMI6rWpFkvPxqiYVrXRhsR1CPNS+anLQmJdmrxm2HZcYS2A228cSFP87Rp7X3IM2KlgTZa/2btJ/1zuq5cx9DHKi/dGE2XOPISsdNGzlAkCAEhMDkIyPtucszTRGqZ994HH8VPf2yfTGhH01PY8KDrFe0TOQ7VN2dO4HPcenp+p9a4nfz5Lrz5458AM2fgi3V1mLt4cYqO+17twObnjo4w5ZUWbizkjQN2NtiEU5m8CvAi3Tht+Og8fjptEOc+vozb5l2VVi4FQkAICIHJSuDAyX786fQ/SVP/u3+8Eq8smaXeh3IJAc963B7dvp9mdw6w/gdqlruOngWOclnyuuMznooUp4zNWx/k36Demk8ZjRAQAs4E5H3nzEaeMAFPGW6Zd5WmTzh73OTKfQLyGsv9ORINhYAQGB0C8r4bHY5eluIpw23lypXgu6npWTQ9s32c5o3Wf8XHZ63XOA0o57qhiKlcQkAICIEpQUDed1Nimkc0SE8ZbgaJysoHXEOprHRdVSoKASEgBISAEBACQmBCCXjScJtQotL5qBOQk8RHHakIFAJCIEcJyPsuRycmh9QSwy2HJkNUsScgkVJ7LlIqBISA9wjI+857czraI/Kc4cZHgvziwNWuOQ2c7R3hcSCuu5KKwyQgaz6GCU6aCQEhMOkIyPtu0k3ZuCvsKcONjbbe3l584lQ3NjzysCuYG37Y66qeVJo4AvIimzj20rMQEALjS0Ded+PLezL25qmDzDhXaX5+PlatWoV5+Tem3dP6X8O56P2Y1v8b9WxwcDDLnPHhupyNwHQbaaWytJTHo0mAgwfWezTliywhIASEQK4QsL7rJHiaKzOTK3p4ynDjc9w4c8K2bdvS+PZf+AB9vZuw8JYrceadJzHQfxaXXeUq5XRTcXVitbob5OiPNLhjXMD/ArXeY9yliBcCQkAITAgB67tOPHATMg053amnQqXsceNcpUuX3oknXz6eAv7qc/vhL7yIK2bMxKdvOIPte3fiVt9Xc3pyRDmNgPx7U74JQkAITBUC8r6bKjM9/HF61uO29q5FMN+3z+nE3OkXcMXF07huZj++NGsvBgYGhk+OW8bqUZoIo1aplO+x+lJTaFUrU52k1M1DMuJqE47NK0V9TFOtXSWO1++UMC0nnE8+0x6xrGRbTkKf8tlRB6WgRV7qZ00HHo+1D03Psfx/+RfoWNIV2UJACOQSAXnf5dJs5KYunjLcDI8br3Hb9NKxlPvE29347aGzeONAHw4fOoO3e3tcGm6dCPqSBlKpYVGxAeNrRoURRm0DQvSsoLpDD6tGES7pxnFlgHHdIIra9HBrNIzuMrOBZQ7HtiFg+q74G4wwLZU3hnSDjo0qH5orookQbvYIbiYd7OQVoLqD+2Z9DP0aMBGBYqKf9r/c/M9JtBICQkAIjIxA+ttOfHAjI+q91p4KlWbOVdqVMntfoE9dBw+7mFE2WjpQXcBV2du0GvXl9BnH0Y1ONJJRFzSkBFbQbwVgL1lZIxAgQ62B28W4bgC1htVTUI3aQBAtUVU989VehTwWpi7ShX/EWtHcSfI67BprhmZCp0SbDDogkzw79cx9BNAWH1uDTtZ42M2BlAkBIeBFAvK+8+Ksju6YPGW4scetuLgY589fxBO738T03/dgzv4XcGHadHy47OsY/OQ1KfRunz3UUKkPhSWdiLDB5WNR9kaL8pI1kJlHBlzp8Sg6yoc5aRzaLAMZRnHydLFXbLULQVZDM+SizVCrJPvgMYbqa+DXLNuhCpL6QkAICAEhIASEwBAIeCpUauwq3bdvH76z/Cbc+tpO3PBuDNe//hKWRvaqMvM94GpXqYmm8nSVoJCNtoKFKEKjCo9mvfS6LbwIji8yyEKNAazIFneMRtBZUqjZiKpvvX1BOSpKXPZtKJdJh+HIyzro0asgaz5Gj6VIEgJCILcJyPsut+cnF7TznMeNd5XOn1+Ax58/hJtiPZhx7iwG+z5EV8dB7KUy81V87WUXc5AaeuTwp+Zc8qOB1qqV+nzIM+KSgTa0oUyFSdVVEkZUxUoL9Lq8ekE9UOHXbHYb/DUIh3zwcQclAQRKNLEsr7qjDZG8ZN8qLJtRoKGvnQ5DlWcNldqFbA1dR/5TVniMnKFIEAJCYHIQkPfd5JinidQy770PPoqf/jhuq8OOpqew4cFq22e5WMiZE/gct56e3+HpzQ04+fNdePPHPwFmzsAX6+owd/HiFLX3vdqBzc8dlZRXuTiZpBPvZOWz87p7P0rT8N8//Bi3zbsqrVwKhIAQEAKTlcCBk/248drpaep/+wPglSWz1PtQLiHgWY/bo9v30+zOAdb/QM1y19GzwFEuS153fMZTkeKUsXnpg/wL1EuzKWMRAkIgEwF532WiI8+YgKcMt8y7StMnnD1uck0CAvImmwSTJCoKASEwKgTkfTcqGL0sxFOG28qVK8F3U9OzaHpmu5fnbUqNTbbHT6nplsEKgSlNwHjf8WpkOp9gSrOQwdsT8JThZgyxsvIB+9HalFZW2hRKUU4RMLZT5JRSoowQEAJCYAwImN93yd/FgBsD1JNWpCcNt0k7G6K4LYFE5IB/kfeXLSMpFAJCwBsEJFLqjXkcy1GI4TaWdEX26BAwv8nkrTY6TEWKEBACuUlA3nG5OS85pJXnDDc+EuQXB652jXjgbK8cB+Ka1sRUlPfYxHCXXoWAEBh/AvK+G3/mk61HTxlubLT19vbiE6e6seGRh13NxYYf9rqqJ5UmjoCxWFeipBM3B9KzEBAC40PA/L4TI258mE+2XjxluHGu0vz8fCxevATz8m/MOhc9J3+fsU6svhS+SC3lHTWlJOCk7y0rUssySpGHIyegvb7kJTZykiJBCAiBXCdg976Tf7bm+qyNp36eOoHWyFW6bds2VwwvZ8lVWlBdi0BjCMl0pJToPdSNcE3G3FKu+pZK7gmo3H1U3Xy7by01hYAQEAKTh4B6z1neeZNHe9F0PAh4zuPGuUqXLr0TT758PCu/r3w22/D9qAmHsLo1hmpOUMqJ3lGBrfSrXONMQNxt4wxcuhMCQmBCCBjvOnnnTQj+ydCpZz1ua+9ahGz3wMBA1jlir1tRsA7tVDPW2oyi2mpK8W5c5IErpZN26J9HfFe1p37WyqtU2/aqZL28Ki7hqx1VeaUmj57lc6wepbpsTb7RL9czySutRyxNnl5H78u+f0Nebv+0etvkfZbb8yXaCQEhMHwC8r4bPrup0jKby2lSceA1bobHbdNLx7LqXnxddsMN8GNFoAwt7SuAYBFWJJYasJHmQ3NFFPEOkwvOH0e1MshCKIx2gB116mqgM7Ab+BftWT2FWxPPbDWler4gitri6ODILBtxPjLyEjJLEFa/s7wWRKlKqkFZBlDbuB7V9Q+5f1ulpFAICAEhIASEgBCYQAKeMtyGmqu06+BhV+j9NWGEfGQIhaNQthdfHDbtDKDWbLRlksabGsoa9RpkdCXqdiLoy0Mw8Vl/FjuObpB8YzldQTVqA0G0JCy0ZLsAGWjmVXfNq30AGZTK4DMux/4zKZ0bz4xdVrmhjWghBISAEBg7AvK+Gzu2XpHsKcONPW7FxcU4f/4intj9ZtY5un22G48biSkoR0VJM1A+zMVt7C1TDjA2sNhTt9qkm+E54yLNG5dVcVXBaMfyyBPnM7x7nepZZ8Tkg8vYv7vepJYQEAJCQAgIASEw8QQ8ZbgZu0p7en6Hpzffn5Xu/l93Za3DFWL1qylKSseCmO02ZcwFEaqvgT9zzBOIRtBZUgjyg+meOnKIZeu5YCGKyA/X0t4Avx4qDTWSBy7h8jML6ETSTitBxdYO1NblobSevG6s23D6z6afPBcCQkAICAEhIATGnYCnDDdjjdv8+QV4/PlDWWEWX3s5Yx11jluQPFglYURT4o7crADVHW2I5PmQp8c5OWRpPvItIdxfg3DIBx9XLAkgUJKxW/2hHw3RMK1rM9IMax62ZPTTFGINtCXWshmS/Q1RHKc1eHnNrPtw+nej43jVMbYj8AJD2ZowXtTHqp8TG5djyUP6P5rW7EBfeNlYdWUv98RGLF9yDDV9tGAhOBut5X0YbxXsFZNSIcAE5B0n34PMBPLe++Cj+OmP7Q/329H0FDY8WJ1ZQg495cwJR44cgeZxs3VNpWi779UObH7uqKS8yqE5NKvCO2njFF6OvfvHNA1PvH8et827Kq08pwqUgfAQ0vy6xY/h4O51WJBTyo6PMspo23XvhI9/Dxls922hMU/huRifGZdehkLgwMl+LPh0esrGv31nEK8smaXeh3IJAc963B7dvj/r7N7xGU+dhpJ1vJO1wqXLk/hlZTUM2JhbO1lnYqR6n8CLuwqxIweM1mXhPvL0jXQ80l4IjD6BSf2+G30cItGGgKcsF2NX6b59+/Dw/Uuz3jY8pCgHCfSdvwTzfYY+T/qLDbjlQQSXz8bs2dod3KOPip/pZbNnB2EUg34LJspnI7hRq2e0Y2/W7OUbcYLF2MnYE0z0ZfSp6mfSJQW0pX9WzK4fp/5PvIhdiKDOOjbVv0lvu9/TZC7HRh6oua1RJzEmXSaX89gzlaeMM8O4UurZzIehu7lP1cZSN+gwF1w1halpnMQtba7djt/QO1Ff02e5gmj0qfeVVlcvMBgaz+XnmBDw5PtuTEhNXaGe8ritXLkSfDc1PYumZ7ZP3Vn12MjPXaDdv15c9tEVwaKD5PnhmCn/UbwviPK+crRSeLVwRx9209IvFVqkv9Z94c9j4/L7ACrvM5aE8R/hXcWI1JGBsqwAP91FkT819/RH2VZGGH3sZuJ25PXbZHi+6DNsdQkjufrsRHr/yhix05WWjtn1v55U6yqktWW7ldzE2Lg868Vj4nVpfZpOagwbcc+mrA01HhwXJe9n6kUyncrt9E9ZCGfDQ82H0YNZtk1dqhYO28yFmjuHcdKO+fS5djN+uzrLED74GIXyf4o969YjtnYX7j24G+sc4/dOrOxkS9lICNi/7zz1p3okeKQtEfDkt6Gy8gHXk1tZ6bqqVBQCo0ug+F7cY/yhXFaONahDbM8iRMjA2KRbTAvuuRfFD7Viz/pF5K1KlicVuRc19+7C2uWFuLfmXvrDTk9OxOxlkOHhuA3AThdyxiwz9FPeMkv/Tv2Qrk5jQPEifF5X3jy2rGC5L2zBltlbTFXX4C0sImPwISwhAzJxWQy0PZT5ZNGOx1DMbEyXU7krfnY8nGRnqZuiVKZxwmauubHT+C3la8joJ/s/eS1Yh02P0T8MZi8hm/YgdjsabfzvCnuGKbrLByEgBMaFgKdCpeNCTDoRAjlG4PPralBYWI515j/KOaajUmdBAQqtepkMOeujtM+8XpA8bn2JW/cImsvJi6R5HfXW5MmsW7QpnY1TeVqnwygYqWyncZIqtnPtNH5LufLWWYazoCBtRtIHPNLxpEuUEiEgBEZAQAy3EcCTpkJg1AjsacUW9npRyLOQPCU/1Re2nXhxF7rWlJPn6x7ytyTLU/ulsJc5jMcGkp0Mt8oaupg9MHb9O/XjVE6+NvYbvmhYD28do8hpgbvdtRaZrobCHqfWcuy2xv+cyg2hjvqberXjwY/tZDvVtRtE1nFa5tpOhusyDn9y9H0HCh9aq60ZtLa1G4+1jnwWAkJgXAl4LlTKR4L84kD6dmonqgNne+U4ECc4Uj62BFJCWWvoD6h2RIi29og2LKjeuVwLcK7bxGuSjHJ68ph1zZahrrF+KV2G44AcdEnWX4C0/jn0ptZJpffjVL5u072qvgpsskdILeSLpYX7zKHPJcuhjg9Jlam3z7jGjdjZHtDmVD4UfjY81HzYybapy+xs49bWuXMzTodZTZnTYjxGa9gWgNYzqovXJ2prJlmNZTtaMXtJEAW0BjJVLbvxOPQnxUJACIwLAc+d49bb24vDh7ux4ZGHXQHc8MMXxHBzRWr8KxnnuO1541Ta5gQ+zijnz3HLhMy6QSBT3bF+lku6WMeay7pZdZXPQmCEBPgcN7UPy7IZ6/sD0+UctxGy9VJzT4VKOXNCfn4+Vq1ahXn5N6bd0/pfw7no/ZjW/xv1bHBw0OVccj5QymBAB8Kqu7SeMo7KJQSEwJgToAX0u3Pg3LcxH6d0IASEgBBwScBThpuRq3Tbtm1pw++/8AH6ejdh4S1X4sw7T2Kg/ywuX86c8koJ4QTtlNYqUhtXp1areyvQ2p7WhRQIAfcEcskgySVd3BOUmkJACAiBKUnAU2vcjFylS5feiSdfPp4yoVef2w9/4UVcMWMmPn3DGWzfuxO3+r6aZdLJ07Y6iCJrDtKCamTLK59FsDwWAkJACAgBISAEhMCQCXjW47b2rkUw37fP6cTc6RdwxcXTuG5mP740ay8GBuhg10xXrBXNnQGsSGZ2t9RuR1VeKer1uCknpc8zfSZ3XUqItardEnJVodcqKOed8uwZ4Vi9jJ5U2YRmrf20V5nCuFXiCsw0pfJschJQWSGMjAuJFBOTcyyuteb1feZMDK4bSkUhIAS8TMBThpvhceM1bpteOpZyn3i7G789dBZvHOjD4UNn8HZvT3bDjWe+pBA+V9+AdtQ1U/VEXTbSfGiuiCZCrA3+AlR3cLi1DQGqGY7y7w3ws4Hma0aF+kx3GxAyrEGqV4JmtCYW1cXQGjH3A/gbjDAuyW0MJQxJV2pLJSGQ4wQSiemN89vst2NO3CisBhZ/nm1OH8U7OCl1mbXexGksPQsBITCJCXgqVGrkKn3//T/g6c0NlmnpSvn8BfrUdfBw9qnrjCBKtQqy1GyvKgNq21BUFtJq6t662o5sLal67Di60YlGXx6CRj+BFYkeKyqKEKxrR3UDuf7a69BcWIEiMuYSV3sV8soa9Y9kEGbRVR4LgclDIHcS0zsyU2evtVIWBzpjmG4+e49PAT6WKOBMFouwXq0ldJQiD4SAEBACrgh4zuNWTPn87r77bjyx+01sfKoNO761HtvW/k/U7/yNKjPfl7OFSgvKUVHSiJZs0cdoPUJoA9tVw78CaDM2P/BPs7DyGoS7W1RItb2lGxXlC5PdcIiVbEatbRThpMtv+KpIy9EhoDwvdMaZ+c6W1D2ljZ5gPk2O4b2xT1KfElY0PD+6DNsk5eOdvFzRZS9Uko3Sy3bsLhLTm2fL8Gpx7ldH9jbJ51mGlbMKU2p6ZkzGTiefla+JIKYfLPzWMcrHWlOISLIAuPceLDB0039uDFrGb9WB8qUm/rlpy8YUSlXP9e8Lab1xufZ7ynfBGnY19DH4ZUgiv8ek62xDjmpv9x3k/mcjGdFmhuSB3GP978HGC5nQwQ1388TL70Jg6hDwlOFm7Crdt28fvrP8Jtz62k7c8G4M17/+EpZG9qoy8z2QdVcphTZrA2gsy0PK0jEyluoTxlwngmUU5qyxWG260ZcMeWb4UhUsJA9aoyk8aq1bgPKKbnpejxbUpm6MiEbQaYRzlZfP2lY+TygBp3REnNR9k56+accabKEE83tMyeE5rdPBxyK4z/jrl5IGST8k1VYGeX3W7U6mhdpRiIeMNAxGknLqJ5mQnug4lQ8LnHaALHVKvdAfcNvk5aak63r4M7yM/lDrid3Txq4S02usUphk0m9ZWGPAKbAMdmnHinDmgC26FNb1IRTSwbgqpVYidZab8VAqKkqZukulhDhBK1spHyvlni3c9aJKMbWndQsKC9gXZ7rocNxj5ab5V+moUhkkdXBgozx9x5Snj718hWtot7vKuPEWjrEOZFitfaiQDnDW+tlRqNVNVcT4ZGZhrUFjivABvmYueh3b7yAdOFxD32lNGQaALWtqtLRjdt/jRHdmHdxxt2oqn4XAVCDgKcPNWOPGHrfHnz+Ed2M9uPje+xj88DS6Og6qMvPt6jgQfwPi0TC6yXhLnOO2Gig32Wkl4a02u0x5PRuFToO+RDvnfQN+NFAfMNXNs1QuqK4lWRRIte6U8JM3jgKsPt7EsDqCIvG4TY7/btOSupPHZo+WHH69fnS9SsK+hRLMO43IToayHUyeDTZMIjE9R6WRpLwViyghffJyKFcn7+teIbP3x1xu8tYl5Knk5WR0UvLyXfdSnlCLzUJWhkpYb4xTtdMT1tuO3ZqY3mCSTQ/TCO1+TSROt3toLss2HqrLc6Vio2psnMaL03uxocRGzxqUW7MkkAGTGD9ZfSq/qoVBQgVHNklPH3v5ytcvQoSNJa7PqcTYsMMWmgfN+7YsbM2KkBxkZhZkCKauNEk2dPoOkuG6Rp8nNlzXpAFIh56mgwvu6VKkRAh4n4Dn1rgdOXIEPT2/ozVu9+Pkpf+GN3/8E+TN+RRW/ugRzF28OGVG973a4W6G6fiPjni1TV0yuPgI/8TFn82eN+25dbUdbSew1CMBDn0k5Zn7MrfXNjzYaWejsBR5ncBbZLTdtwv3kndkt1pwRZ/XJgetkpQfA3k/YmRgZClXKam0NFwpctLKyVtkST2lJS93+ms/hElQxofluGvDkHOhh2NPeuL03Z9nQ4uv9LRUnJLLuLKOh/VkQ6UcKCxfp5qxLffiCc37dU9C0uj+wp6+1rf24FiE19BRPtsIeTrJfjR0CJO3LayHe+9T6dNsjLc0FhYdleF4L8mncmuWesfhsFF5H3kACcgWMlx54W2mtg46ZOXu2L88EALeJeBZj9uj2/dj66U56Fr/A3T9zQZsPHoWXGa+vTutMrJJRSBbgnk3gzFkfJ4qm7wgKkl9SnunJOVO5W46t9bhkFeG5OV2SdcdE7uPIDG9VS3js1PidGUkUrZRDpcmQqXcKMt4lFzN+1VXRyFwngO6SBx2ra1DhNe3aUWZ/18x2EXGnlYtMXeObHRPX53RxwJlLLa2QtOBjPbgRhZGc9t3EI8VJ9fhJRRxYmHSVG22cDMG4zuoD3bZ+scQue8+RB5bb8l/asHgqIMb7pmRylMh4EUCnvO4dXV1wX5Xafr0ufa4pTeVEiEwMgIpCcCzJJjnJOx2l4OMmsLZFOJUadxRvGaNFoazaz/cspR+h5O8PN27xcbSyBLTW/XINDibxOnsmdTX2KnTRhLeITIeXCVj19a5dUXuxSbDSmN3WBetb6txZbZRp2RgqWTvs8Gzl5w7a+J5/r4Y8XSyDskyv1fvlI3FLbsW4aDqkj48tAT6V4EciAc1L2wKGhsW5ufkCVvyEJv+STn8eO3Ge7Cb3YgO30Elgg30YjL67sk2fjsd3HM3qyu/C4GpQMBTSeaNCWtqetb13L3QcU6SzLumNb4VPZtkXg9fbkpbLD8EvqMhYwjdSdUpSoB3ebaWo890dh7vVF2LTWS4vajC8I7fY25bR0bkSL7nUwy7JJmfYhM+zOF6yuNmMKisfMA1jspK11WlohAQAkJgahHg3bmWjRW8a1kdR5dpzRo9VpsSavrchYmnFlUZrRAYEQFPGm4jIiKNhcBYExiNg1hHQ8ZYj1Pke5tAlu/gsnBf5rVt3qYjoxMCY0bAU5sTxoySCBYCQkAICAEhIASEQA4Q8JzHbefOnfjFgatdox042ytr3FzTkopCQAgIASEgBITARBLwlOHGRltvby8+caobGx552BXXDT/sdVVPKgkBISAEhIAQEAJCYKIJeMpw48wJ+fn5WLx4Cebl35iVbc/J32ep046qvDJKRmV3UTL3aIdNxgS7ulImBISAEBACQkAICIGRE/DUGjcjV+m2bdtckXGV8gpsoFHSd3MC+HgbAq56kEpTmoA59ZSROmqyJJmf0hMngxcCQkAI5C4Bz3ncbr75ZixdeieefPl4Vupf+aynhp91vFJhAgikpWXSdeDk3Jy0m88m5fOuKMl8eV85WvVDYHfTEQx8XtYSSjLft57qmOWwCDIK62xlUEojTjKvZV3SZFOS+XVKRjEinMx8WYF9knlr+QTgki6FgBAQAkIgMwHPetzW3rUI2e6BgYHMdNw+jdWjlJO8q7sK7aodh1lLUd+efFZabzoBP1ObRDVdhv65vcqU6D6RhJ7rmMrV79SvapNZB1fySutNmSJjqC8192X0Q10NeTypY0voatLbLf5JWc8uOXeuJZmflGBFaSEgBISAtwl4ynDjNW7scVu1ahU2vXQs6z06hhsZIL5mVBjh1DYglDDQOhEMAVs5zBqlLMvB1UmDyrGN8xfO32CEbClU2xjSZXF9czjXGsZ10oFS3WeVR7I6I4imqGT0Ze4nEwPn8ciTMSDASeaXaEnm+yjBeGrOTUrLxEnmC8spyXxq307lY6ChiBQCQkAICIEREPBUrJDXuA0lV2nXwcMjQKc3jR1HNzrR6MtD0JAWWKH/RkbO1mrOGEhpA6tRGwiiRVlBmdqQoWWWxUaZIbe9CnllxlYJU7nx3Pangw6slKO8pA6Btjj8CblRRDqLsEINyHRlZJBhPMTNcaz0bMpcenLugxSqPEZJuX+6Zx04w5BKMr6mhg4xjaEuGwxDBhlku9KSzFPm8cTFyeTpQ1r+U5tylb/zGGr6KPyarX95LgSEgBAQAuNCwFOGG3vcimkdz/nzF/HE7jezArx99iiFSmmrQlu8wWTgcNdawDSpRAzHu+mTYdM5tjHvVuVwIrns+OJQZBmoHzakOGS5Oina9W8mHTLKM3Tgfigc6tN3z7a3oLGkEDW2/TkxcBiPkpH5GbxsvDkk57ZNtJ5mZOkT4CBjzJPM286/FAoBISAEhMB4EPCU4WbsKu3p+R2e3nx/Vn77f92VtU7WCgULUUS+tlB9DfzVVldUJ5pbY6jm8lgrmjsDqFXuq0xtHHqMRtBJRpOPHytZQIVD1dRiBx3a3crrRIS9hDSE9pZGlFRENQ+iuZOMDFwp6c1K1pRAxmfyZKVtNjAIcJ3EzgK90CrHqGvdsKCXc6ohcpLjA5KCAAAeH0lEQVSlXbtVgkn9Msl0KofSJU2MFAgBISAEhMAEEvCU4WascZs/vwCPP38oK9biay9nrZO9gh8NtH6t1OdDnhErDbSBHHB0laAospo2C2hhv2TYMVMbhx79NQiHfPBxJyUBBEoc6qUVO+iQUZ4phMlj8bPnzUfmaRjRBqtxyh0OYzxpeloLplCo1Dp0+SwEhIAQEAJCwIFA3nsffBQ//XHc9vGOpqew4cFq22e5WMiZE44cOQLN46Ysp4zXvlc7sPm5o2OU8koLcxZO6CG9uaBDxinI+JB36fL5eXveOAXkpValYtw276qM7eWhEBACQmAyEThwsl971Vned98fmI5XlsxS70O5hIBnPW6Pbt+fdXbv+IynNtVmHa9UEAJCQAgIASEgBCY3AU8ZbkPdVcoeN7mEgBAQAkJACAgBITBZCHjKcFu5ciX4bmp6Fk3PbJ/gOaB1X/HkQRoTo0wu6DAxI5dehYAQEAJCQAh4kYCnDDdjgiorH3A9V5WVrqtKRSEgBISAEBACQkAITCgBWeQ1ofilcyEgBISAEBACQkAIuCeQkx63TZv+N772ud+mjSI+GMe/nrkL3/iGe49amhApEAJCQAgIASEgBITAJCUwoYbbr371K0w/vSMN3T2LZuK6z96GWQv/Rj178OfAv507hJ23H8R/OMlpqsRwS4MmBUJACAgBISAEhIDnCUyo4fbnV+xF/q0LMH3uLSmg9zT/DJ/61Ds4czikyh/SE2LHL3h+PmSAQkAICAEhIASEgBBwJDCha9ymzbhGM9rOUk4lvv8YA86/hWUV38BLrx1G179RMvbj/55yO45Ef9BelYe80nrK5mlcfAgt5dtMFHAWAKpTZc0lmk2yPBcCQkAICAEhIASEwMQSmFCP22Vas4Y4p53in/TjMv3fFX+ijLcV37QPh+7ZuQs3Z2Dmb4gjWl8KXykQ7ahOy6vZXuVDM+XbjKflFc0gVB4JASEgBISAEBACQiAHCEys4TYwSAbbABls9NO4OKUH3xff1tIcGRk+Bgdx7iLVdXEVVHcgCjLeqhbqOUO1RuyNCxVG0SFGmwuKUkUICAEhIASEgBDINQJjFip9+eWX8aMf/SjjeC+TwRaPXwLIKFPGG/8kY+4fn/8k/vGXdBs/+fe2a7DlV9fh2MWv4B83/h91Z7rYeGtDGYVEW1S1SF0pfWozGW1ayDQlYtpepYdZ9fBqez1KKV8m58wsTcRaraHX1M8qVKu3SQ3H6iFa41kifGuVZ4wqU7mpDyXPCAW71ztGXslkO+7TST9+lOTAYzOYpYalbTgYIeuU9lXQgtTW8Zk/a79nml95JgSEgBAQAkJgKhIYE8Nt3759+Pa3v42nnnoqI1M23DDYT9HSy3QPYpCMtsFLmldt2sxrkOnOKFh/6G9oQ6CxEY3oRGNjEdoazJkMClBdG0BjS3KtW3tLIwK1Rni1E0HaG7GVvH/xaBgIrjatk3PunUO1nAg4Hue+Q5Y2JQhH9WfOIlw8MeTYyXKjdzvqmoGStJ7s9CMjyhdEUZs+LmLRXaYZimqstREKS5vXFAKGZzOuQtXcvhkVatx0twGh5ILDNA2kQAgIASEgBISAEHAmMOqGGxtt69evxy23pO4UtVPh8sAlMtb6MUAG2wAZbwMDl8nxpsVG//qvvo5Mt5281DL2IJWhOxxGgEwU+oGyPMPbo9f0ryDjqiXhAWrpDqMmYdtRm626EVdQjdpAJyK0f0K7yDjyGV6vMjIMTRd77ZQXzFJOwdtIZxEWFthpbpaX9GjZ1cxelklvrXV7VRlQW4uiFGEO+sVogwgRXGFwsbLwN2jGm8mzmRKOVu1N4ysjMzoBMgPH7AOVGkJACAgBISAEphyBUTXczEYbGy/ZLhUqHbykDLfLA3G6+ae23m2QwqaZ7syy2WjTNiF0VC/UqpY3IBruRlmKd8iPGipjD1CsPoTuivK0zQxa4xiOd5t7dPB4cUiQbKI25XGLImx2abW3oLGkED5bxU3y2sgLGEr1YNk2cVVo1ZsaResRopBxivORZWXUL3NnMYJT0t2tPJv0w2SYGe0COhPd65bo3IFj5u7kqRAQAkJACAiBKUtg1Ay3oRptTJy9a/HL/WADTnnc6OdlXudGVyajjZ9lunjnaLDIvJ5Nq63WvRUFadNCMjxaUF4BNNep0GFFudkd1onmVv0MkVgrmjtNXienzqMRdBrGmWqTrMhh2BJHw9BJ4HDKM+lNHq4yClsm3YqJDhz1K1hInrlGJCLKZJyGGpMseK2cL1KLjo5a5dms2EobQwpDyeNW9PZDD4+a4A0Hg7QRAkJACAgBIeBBAqO2q/T111/HpUuXcPDgwQSmNWvWZEQ2qAy3ATLSjK2j2v4EbpTNOHMSXEWevsZAG+0mNa9nS9bmdVlt6qy3sHZcCIf+ivLUxoV4ShizBEWR1RTy1AyIAK3xspdo0sRfg3DIB19ekBaQBRBQHjfN+xcE9ddgGyelOlrIkFrRxV6oBrU2bHhXZr1LwluRuqk2m35+NNC6tlIODSf06yAWpnYdTMZkDLOBrDZpsKetQW/vA2NRl5qf4Y1OWgkBISAEhIAQmMoE8t774KP46Y+ThpMZxo6mp7Dhweox47Pvn/82TfZl8rwdO1+Kb636Rtozc8HT236Gb69Lb5+xkcNDXkzfsiJuCh/yrsYQCqMdFiPHQUDOFE9Wve0BcridNzTseeOUdjSMqRqfGHPbvKvsG0qpEBACQmASEjhwsl/7B7JlpdH3B6bjlSWz1PtQLiEwah634aC8+5v2R3oco6M+2DAbl4tDf7QpYat4gMYFt3QiBISAEBACQkAIDJ/AhBpuTmqPlifNSb5Wrof6Ojk02eGwKSGzBHkqBISAEBACQkAICIHxJJCThtv4AKBz3DrisA8E07queNYVbeOj5pB6max6D2mQUlkICAEhIASEwJQlMGq7SqcsQRm4EBACQkAICAEhIATGiYAYbuMEWroRAkJACAgBISAEhMBICYjhNlKC0l4ICAEhIASEgBAQAuNEwHNr3Hbu3IlfHLjaNb6Bs714ZlPAdX2pKASEgBAQAkJACAiBiSLgKcONjbbe3l584lQ3NjzysCumG37Y66qeVBICQkAICAEhIASEwEQT8FSo9L0PTiM/Px+rVq3CvPwb0+5p/a/hXPR+TOv/jXqWLTtDfameSD4lv+lET1mm/vkAXl1n/acpu1emhpZnLKcUlMJVLiEgBISAEBACQiCHCHjKcLt+zqdw5MgRbNu2LQ1x/4UP0Ne7CQtvuRJn3nkSA/1nKUfq5bR65oLqjjaVfzO8tTrLOW/jaehk68ucuN2cDSLjUOWhEBACQkAICAEhMAkIeCpUyh63m2++GUuX3oknXz6egv/qc/vhL7yIK2bMxKdvOIPte3fiVt9XJ8EUiYpCQAgIASEgBISAENAIeNbjtvauRTDft8/pxNzpF3DFxdO4bmY/vjRrLwYGBobwPdA9XfVVlDxdC0eWqlgil5ehUU8Un2fEJimVVmkibFmlp2DXZFRVlZIMLnOSqauVJsOhr4yj4AwRedB0ZXVJfxX61ftuT+qZqGOVl6JHHpLhV+t4qGGazizMpp61D/ksBISAEBACQkAIZCXgKcPN8LjxGrdNLx1LuU+83Y3fHjqLNw704fChM3i7t2eIhhuz7EQwskIl+o23BdAZrCOThLMV6CHVKJU3cMYFMlR8zajgz6ouEEosGOtEd+FWKm+glk4yudxOhs+mL+sck44+Y50bG4ecIaINRUpXklkGtHUYoV+qGwK2so7RMBBcbbOujfUIoqhNHwvV6y4zr38zj8dOZ2OhnHXcVr3lsxAQAkJACAgBIZCNgKdCpbzGraurC++//wc8vdmaNb4rhcUX6FPXwcPZ+Fie0/qxGj0Vln8FrX8L4TjZJf4CS7XYcXSTkddIBlTQeBRYof9WgopycwMHmcgkI5PaWu7V6hSdyLhsayEvXxkCZIAlk3mZ1u8VVKM2EERLlGSb26qxBFBrNEqrZxrPkMadaQzyTAgIASEgBISAELAj4CnDjT1uxcXFOH/+Ip7Y/Sam/74Hc/a/gAvTpuPDZV/H4CevSWFw++yhhErt8GUqC6At4VUz6rVnamDzbDRk2Ii1LYrheDc9MOxL2zpuCsdTZzf6SB0hIASEgBAQAt4h4KlQqbGrdN++ffjO8ptw62s7ccO7MVz/+ktYGtmrysz3QJZdpcOe5oKFKKJVb8nw6DAkjYaMRLd6iJRjtmXGejt+2InmVj2UGWtFc2cAK5LuOK21rkeLYXPSGrZQo009rj2qOg+DmTQRAkJACAgBIeBxAp4y3Iw1bnfffTcef/4Q3o314OJ772Pww9Po6jioysx3tuNA6kv1TQereTF/psuPFQF9bZlauU+hSbVmzJfYyJDYtJBJTMozJxnWvqwCzWvceFNCO21OKEN3uIa08qMm3I2yxLl0JSiKrNZ0VOvYjHV3ZpmaHt1l+ro5tXbPrh63cdLZqqN8FgJCQAgIASEgBIZDIO+9Dz6Kn/44btt2R9NT2PBgte2zXCzkzAl8jltPz+/UGreTP9+FN3/8E2DmDHyxrg5zFy9OUXvfqx3Y/NzRKZryind6hlAY7UDqerjcmVnevcubO/a8cQrIS9WLinHbvKtyR1nRRAgIASEwQgIHTvZrrzrL++77A9PxypJZ6n0olxDw3Bo3Psdt/vwCPLp9P83uHGD9D9Qsdx09CxzlsuR1x2c85XBMGZt8EAJCQAgIASEgBLxHwFOGW+ZdpemTxx43uYSAEBACQkAICAEhMFkIeMpwW7lyJfhuanoWTc9snyxzMEF68vlz1p0IE6SKdCsEhIAQEAJCQAi4IuApw80YcWXlA64Gz5UqK11XlYpCQAgIASEgBISAEJhQArLIa0LxS+dCQAgIASEgBISAEHBPQAw396ykphAQAkJACAgBISAEJpSA50KlfCTILw5c7RrqwNneKXociGtEUlEICAEhIASEgBDIEQKeMtzYaOvt7cUnTnVjwyMPu0K84Ye9rupJJSEgBISAEBACQkAITDQBT4VKOXNCfn4+Vq1ahXn5N6bd0/pfw7no/ZjW/xv1bHBwMAt/PqS2FPWJtAkxykJAGQRUdoSRXCzXWU6svpSyGZj7HUlf0lYICAEhIASEgBDwCgFPGW5GrtJt27alzU//hQ/Q17sJC2+5EmfeeRID/WeRLeWVVUh7lQ/NFVHEG0bjGI0SlHSHTEah0Vs76oKd1q49/NlqHHt4qDI0ISAEhIAQEAIjJOCpUKmRq3Tp0jvx5MvHU9BcfW4//IUXccWMmfj0DWewfe9O3Or7qmt87AUrQxvio5gfqqgIKsl7tVlmewsaAwEEGrtd6yYVhYAQEAJCQAgIgalBwLMet7V3LYL5vn1OJ+ZOv4ArLp7GdTP78aVZezEwMOBullur4GuuQNTqaYvVo5RDnuquQjuloudQakoktb0KeYmk7qndFdbUoihYR+2Mi9qHuhGuWZFSsb3K6MMcXtU9VfUkX9ehNBnThX0bEmvSubS+PjUUnDYeVkPvpz05Vh6fFs7V9DL3a5avMTHJSNOVZZehEZ0I+pxDx6nU5JMQEAJCQAgIgalLwLMet00vHUuZ1c+9243zfziLT1Dy3kFK4/vOmR5cf40bw42MCgpdBtriKEiRSEaHrxkV0Tg6+AEZaGSfoaM2gLyWdjT4tXBqe0sjArXWtoYgP1YEytDS3gBVPdYKkoitJC9i6svfEKfwLBdoieHra/x6YnjSLVJLiYfpIRuIZWQEVpMsqmnfhnUOoojG0kGV2PjyUd2w6stuPDH4q/kZ9RMiw5USHBeofvLQHaaQcZwUTek3iwwbXRvibZRAPreT3Ss8cgkBIWBLoLnrJHZ3v4t3z3xs+3wqFt5wzXQsL7oBFcXzpuLwZcxjTMBThlvmXKVdKSi/QJ+6Dh52gbcE4bYKNJfRZoFoh24wUbPYcXSTQdNInqKgISVAnrLqFQiUtaCdvHN+MoZausOoUUaX/eWvCSO0uh4xspCidWRUKSPPsvlBGUeNugDSJyGKficjTl1+6hchHKeNFH7dkExrwzqXhLFVb1JQXYtAMKS1dxqPekr9bK3WDFfVTzcKy3Uz1twvHJgYMpx01TSQ/xcCQmCSEfjZr3vwLyc+wrV33o78We6PYZpkwxyyupfOnsf2Xx+mddQ9+MaX5w+5vTQQApkIeMpw4zVuxcXFOH/+Ip7Y/Sam/74Hc/a/gAvTpuPDZV/H4CevSWFx+2w3Hjdq4qtGR1sEeb4qLCTvVnJrQgBtKZ818TXhEFZT2NJHhlR3xVaLp84yHQXl5GNbjVay1ZrJyNtqNfI4fFkG6idO/XIodnWm+dSeDaeNamk3nqHuoB0NGdmHKDWEgBCYeAK7I+/h2ru/jIJrZ+B/fOrixCuUIxr8wxUzECtZjN37fi2GW47MiZfU8OQat3379uE7y2/Cra/txA3vxnD96y9haWSvKjPfA5cvu59LfwOi4W6UGevVChaiiFZnhUzrygxhBeUVZIXVoa4ZqDA8U449FaC6tgjBMvLbVZSnG3nRCDpLClVIU4VS3Ww4dWrDOncGUafbYrH6EI1AvzKMx1F164PRkGGVKZ+FgBDIWQKnzl7ElX96NRlt/biSlqHIrTFQPIgL85FLCIw2Ac953G6++WbMn1+Ax58/hJtiPZhx7iwG+z5EV8dB7KUy81V87RAMN2pYUN2BtkgefKVAtKMaDdEwSn0+5Bmx0gDtOuUNDAXVqC3K03ah6hHFjBPnr0G4BFhot2OVn4V88HEnJbTblOplvRzb+NHQRmvwaI0aG2wl4TD52Mi6VBc9sx1P1t5MFYYjQ1vnV8YhZ4PfULqUukJACEw4gThFBOITrkXuKEA45BICY0Yg770PPoqf/tj+W7aj6SlseFCtTp8UF2dOOHLkCHp6foenNzfg5M934c0f/wSYOQNfrKvD3MWLU8ax79UObH7u6JikvOJdnS0r4rRJIYfRcUjVF0GtTbg3F7Tm3bL8B2HPG6doA0OqRvxivG3eVbmgpuggBKYsgb984hXkf7MM9XNpx77lv9EpC4UGPkDvp+pTM9D7z2345XfcHzt14GS/9qqzsPz+wHS8smSWeh/KJQQ863F7dPt+mt05wPofqFnuOnoWOMplyeuOz4xRpJgMopDderWU3if+QztthuikzQoqDCuXEBACQmAYBNiWGBSPWwq5QWIiNtYwvkzSxBUBTxlumXeVpvNgj9voXrx5wIdgJ+3CpB2obqKko9t/NmmGfkY93kig7xbN1lSeCwEhIAQcCHD6wMFx9Lj1bLwHxd9LnhTwpe8fRNs62r15YiPK1gH/9OI68F7ORL3VO3Dqia85aD/6xWy4ySUExoqApwy3lStXgu+mpmfR9Mz2sWKWQS5tNOiII3eDy7muXwa08kgICIGcJMCr29i7NF6r3E5s/E+4/f+uwG/+8AIWKCJ78d+vW4Ky+L+i9R4NkfIAntiEv/veTfgZ1fuPVDyeYcZ4nJZ5yKq/nPy+ekEpTxluxoRUVj7gem4qK11XlYpCQAgIASFgJaDCguNlpuzFP9UC/6trLeYrY5Gvr+Efun6Av/y73XhruaZcPP4WGv7rd4HQ67g7Uc+q+Nh9VkaieN3GDvAUl+xJw22Kz6kMXwgIASEwbgQuUerAMx+dG5/NCW9H0L2kDJVzz6HvI9MQ534WC17fjf/3Rx8GXv97fHkOGW1L/h67/+p6qndu3FgYHfHmhEu0oUAuITAWBMRwGwuqIlMICAEhMEUIqM0J47XGLT6owrKqvxS+KmBLz+j5XzyMF/7lbrzyn+/E/9x8J372rc+N+0zI5oRxRz6lOvSc4cZHgvzigPvUKwNne8fkOJAp9S2SwQoBITClCfCaslRDaoxw/PkC+A79FC/3fAuVnzP18fYJHP+LAnxLVyIen4dv7tiCWMGdeHh+D/7+q2Okj4NY2ZzgAEaKR4WApww3Ntp6e3vxiVPd2PDIw64Abfhhr6t6UkkICAEhIATSCbCna5AslcG88VjUtRRrvvdTlNc8haXb1+DPlTqv4NGvPQp8bx/+LP6SKtE8ckvx8JPfwC1/813cfTyEO9JVH7OSQdmcMGZsRTAwRgeZTQxazlWan5+PVatWYV7+jWn3tP7XcC56P6b1/0Y94/+4M1/tqKJDYPOq7PN1xupLkZdHyecpsbv7i2XqbfgA3CG35574WA/Si3Xj20jD5V4JqSkEhIAQGB0CRuiSw5fjcP9Z5Xb80t+K8oWfxy3q/mvEG6PYWpmvzpNT+1sNPZY+il9+9xjWLfweXh0H3czjl80Jo/P1EinpBDzlceNz3IzMCV/5SmpuqP4LH6CvdxMW3nIlThx7EnPyv4bLrnKVlqCkO0TGmR+pGanaURfkxKFuclClg1cllBqrg85RG9Klsh0EUdRGLycjKwOV1ZNtWT2sLA1sSIZQSOfO2WXcGpJuUlkICIEpR4B3UI7bGjed7me/+RwOfdOMmnWgz3+2Ck8/Qz/ZA2itayob60lSx5EoI1IuITD6BDxluLHHjXOVLl16J558+XgKravP7Ye/8CKumDETn77hDLbv3Ylbfe4WPhQVUc741hiqzZZNewsaA5Q7tLF79GfFUSJ52lZrRltKKi0yAMXocoQmD4SAEBhjAuNtuI3xcEYsXta4jRihCMhAwFOhUsPjtm3bNqy9a1HKffucTsydTvn0Lp7GdTP78aVZezFA29jdXIU1tSgK1iEZMCUDKtSNcM2K1OYq9GmEMKuS9U3lpfVmg9IUNiVJnN80Ef60C8/GWtHcGcCKTJ41Wx30fuqrEvJLVXyXy8so4XwngpTkPRESziCjqorDw6axuQEodYSAEPAsAXWGG3vd5E4wMJh4dtJlYBNKwFOGm+Fx4zVum146lnKfeLsbvz10Fm8c6MPhQ2fwdm+Pa8MN8GNFoBEthuXGBhQqUF5gnjsygnxUGtVeYvE2OvvRMI6M0Ca92LZSy0aHKfc36G2pcaCRw7M2FUsKM+QWddKB5ZBxFlmhHZTZFkCnMkT9aOC+KNwbZr2VGy+zjO7CrSSjgVrKJQSEwFQnMHfWNFw+fwFb4p/GpcuDcusMmAdzYT5yCYHRJuCpUGnmXKXJvHYM8Qt0dx087JqnvyaM0Op6xPzViFJy9qLaOOUiNW1aiB1HNxlHjeS5ChpSA+SR43JK5L5Vt3QKqmsRCIbs+20nj1iZYdaRMWVXqzOCKJWn2IxGPScd1HOSV6Mr4V9BxloIx8kw9FsFZZFRkWqt2mkoZUJACEwRAssLr8dzr0fQW3wzHpuRP0VGnX2Ygxcu4hxx+S/ERy4hMNoEPGW4scetuLgY589fxBO738T03/dgzv4XcGHadHy47OsY/OQ1Kfxun+0uVKoaFZSTj201WslWa+4mQ6zBbio4abvFG0WGkKuLw5NloPZx8mbxrtHV6c1Yh5Igef6oD0eXl40OZgMzXapNyWjIsBErRUJACHiKwDe+PB+X4yewZ/+/4g/n+j01tpEM5ro/vQr33Xw9mI9cQmC0CXjKcDPvKn168/14/a//AR+/+w7Ov38KRZ+dhSUbalP47f91qhcuM1xK0F5bRB6xIErC0XSPV8FCFJGvLVRfA795pwCXd5ahrr0aHImM1YdUqDTNmxaNoNMIg6q1bCBD0XqxDgHSIY8tPCVPXbyrNEobFPwOOljFZPrsNI5MbeSZEBACU5bAN0sWgG+5hIAQGB8Cnlzjdvfdd+Px5w/h3VgPLr73PgY/PI2ujoOqzHy7Ow7ENBH+GoRLAqi13cJJ68WiZI4FfZYNBlROa8oaydjijQeryRwL2M0tyybDz8ebG1ZHUOR0yoi/AXHqp1uXpzYzkHOuXBlxTjrYdWiU8fo98+aE4cjIJF+eCQEhIASEgBAQAqNFIO+9Dz6Kn/7Y/ryZHU1PYcODQzxnbLQ0G4YczpxgnOP29OYGnPz5Lrz5458AM2fgi3V1mLt4cYrUfa92YPNzRyXl1TBYj0cTNkp5d9aeN04B5GQ0X3xE0m3zrhoPNaQPISAEhMC4EDhwsl971Vned9+nhPWvLJklZ8ONyyzkfieeCpUau0rnzy/Ao9v3E/05wPofqFnoOnoWOMplyeuOz3jK4ZgyNvkgBISAEBACQkAIeI+Apwy3zLtK0yePPW5yCQEhIASEgBAQAkJgshDwlOG2cuVK8N3U9Cyantk+WeZA9BQCQkAICAEhIASEgCsCnjLcjBFXVj7gavBcqbLSdVWpKASEgBAQAkJACAiBCSXw/wE9vx2u0EwpL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data:image/png;base64,iVBORw0KGgoAAAANSUhEUgAAAm4AAAEsCAYAAAB60D/pAAAABHNCSVQICAgIfAhkiAAAIABJREFUeF7sXQd8VFX2/iak0UPvLSSgAZSiiEFRkCLEAiq46q6w6oKISlzF1RV33V38o+KuoKiADVZXBUSwkEgVC1GKiBCikAAC0luo6Zn/Ofe9N/Nm5r2ZSUjPuf6eM3PLKd97zHw55xZHnae3OB1wwOl0ov9PT0GKICAICAKCgCAgCAgCgkDFRCCUSdu1m/8Kh8OB/tcNxNXXDkHTps0qprVilSAgCAgCgoAgIAgIAtUYAceNN97obNCgISZMfBznEV6NoRDXBQFBQBAQBAQBQUAQqNgIhHKkTZE2R0TFtlSsEwQEAUFAEBAEBAFBoJojENqnz1XIItLmqOZAiPuCgCAgCAgCgoAgIAhUdAQcGzf/4jznDKvodop9goAgIAgIAoKAICAIVHsEHIePnXH+8tvRag+EACAICAKCgCAgCAgCgkBFRyCUDZQ0aUW/TWKfICAICAKCgCAgCAgCgEbcaIGCFEFAEBAEBAFBQBAQBASBio2AELeKfX/EOkFAEBAEBAFBQBAQBFwICHGTh0EQEAQEAUFAEBAEBIFKgoAibsGW/OwzWJycGmx31W/kiCuL1F86CwKCgCAgCAgCgoAgIAhYIxB0xC0/6zQ2fbsCp3ZvQ48h9+Hq3rHWEk21L77wkTpKS4ogIAgIAoKAICAICAKCwIUjEDRx2/pDCi67ejD2Hm3kq9VZgKydkxGevxWFzZ9FWNSlrj5C3HzhkhpBQBAQBAQBQUAQEASKg0DQxO2Sy67C6qULkXlwHwq7dfLQlXNkFSLxDULq1sHZQ/9FWP3naY8RLQtrTdy2YuETb2GzpcUtMfjRx3FNE8vG6ll5dAVe+fdSHGqRgEcmDkLj0kKB9bwP3ME6zO9LS5/IFQQEAUFAEBAEBIEiIRA0cduy8Vtcd8NILFq0EQWFhVifuselqH3ex2jVqh4m/X03pv3VgQ1b1iI/rINqtyZunD5tiSGP/cWLoG3Fgr8kqTGSYSWImDy9+DkOtrgBjzw/A6XOZZsOxh2XPo+Xnliq7l33u0mnZLoVFlIEAUFAEBAEBIGKgIAibiFBsKTuva/Gys8WqIhbi87R6B3XhgaGoCBrPxpmZqBOVCiui6+J1k2zcabwB0S27Yc1n6+3lc18gOgZtXvCYFdfEcAqWxsOY837n6P56JcxsUvZaW424Ak8N6Ds9IkmQUAQEAQEAUFAEAgeAS3i5s2eLMZvXv8NBt00CgsXbkBBQQHWp+1Tveplz0W/6GM4eiQU6XtPIT8rHFn752PLmVtVu8NStkbPmLU5QszKzPVb8OFjSWg2pid+mvsZDlK3FsOeQuKA5tqAI8sx/QWtnit6jHkFv+tqyDqEL//zLL44oH3W2ljeG/ix5Y147M+DXdGro6ufw4tJwPWPP4H+Tam/pVxPeZrUy3D3iz2w1Z+Nhjnq1comO33c/wgOH7gMzY4+jyce368kuP3XsTFsVq1cjPoxwHtu/7U2k736OE/fPWX64GKokFdBQBAQBAQBQUAQKDcEgk6V9uzTD0s+eAeZR46jQfs70btrO2V03uGR2PlzE+TnZGFUn2xsO5qH8Jat0btdW3ydtMEmVar5a5cSddfvxxfLe2HSv2eiCRGql56fizXdniSC9RM+INLW/I8z8QiTNdX2HNb8hdsO48t/P4ufuj+NFx5t5gVsK7TAJrJxiEbScBjbDhEhol6aTnu5Ax6diQGg9keT0FzpYdE/YSvsbDSrtrPJXl9/su0QNtJFfvyb/WDdz+LDZjNxh05Q7fFrgf629rp9XUWTDN2+m+/JT7Bq8wJTPgoCgoAgIAgIAoJAGSMQNHHb9P3XGH7HPZg5aw1yKeK2at12hJ49hQbfrUHEiaM4U68hTg+4Ac4TkZoLh3eoV7s5bipDyhE3j1QpJ0+Nen7fCkNHD0FTrmw2BIN7fYqtRzlKx6Tmcgzupvf3aPsJmw9Q22PNvc5g1fp279ESySu3YMBdtPI19QtsbtGLyMsPmi3H/MhVHNBsn/HZxkYzZzxqY9PRQPrIj4GGH90xKKEV3j1yRCOZRBiTn38QyWwGlZ73vEqEzso+anTh7G7f9v4bcFw/Fi3epvlsqt1fm65EXgQBQUAQEAQEAUGgXBEImrj1uvIaLFvyIcJz9iE/vx2uu6IzTr/6bzSOqY/Q/WeRV8uB3avfR+tnaEUpF6cTP3611Za4cRemCt7EzV2vMTp3n8M4StExdFc1ipTx3DyD96mMq/rs28ZNrE39/5JhGLY5CWmO7hTEOoAeg3viEHEXY6StXDXc2ybvzyYbDcN03d5yVbWFrS4/mrYgQnnQw0dWr+xUoLXCsCefwgCO/KW+g8e+WI6B3bQ0stZHk29o0XDW7aUI5QqMw5+7AbSI1CST3lu2KWOlCAKCgCAgCAgCgkA5I6DzBI0MaKk36/c/fPcVrh9xB3IjLifiVoCPV/2EE998hdBTp9DuscfgiIzAidUrVL26Vm9RrlnL1CiQb5u5nt/vx+ateoTp6GZs3t8bl3KUrVlzIjUbsCVVt/XoMiz7wWjrgR6tNmDZKn0ckzl1GbKbo1uPA9S+jGaE3YDrKDLGdEb18SfXQ4ZZpo2NLr0s18Ymv/q649JeZj8offn5frSgMW5fdDsMQuny0dtnT3uT3tpImyh395Kj4W3dZoyXV99nVjARTOQZkGdAngF5BsruGQg64nZZfH98sfh9FXEryG+BW667FIdXtAdq1ULGhx8iLy8fNTvGqHpVKOL24g/penRIq3L/X1EldTEJsa7nhtZocehNPJr4m+rS695ZIN5GpQfu+utwvPh/4/GoammNhL9O1tua47rH78ehic/g0c9Voxp31yVunc0G3YgWE2cBVO9w8G5yhi3+5LIkb7v92ajp1v5vZ5N/fd3uvh9bTH60vPEZPObyYz+Wkv/axh3s/z1o5uGLnb20EcuNfyLC6vZFuw/ajbBuM/si7wUBQUAQEAQEAUGgvBBwHD52xnn4bG5A/d98sQiX9+2PGa+uRqMOzRBWMwJ1D/yKtl9/hNrpW3GqeXv82n8kcmJcSztxKG0v/vLEbQFlW3fYjPce/gwtnnpaRcUqZqkMNlZM5MQqQUAQEAQEAUFAECg6AkFH3HpfNQAfvfsGRdyO03Ygw/DHG3qTNrrGjnJpvdysnyNuRNw4fFq8QtE4HqinKIsno7RHVQYbSxsDkS8ICAKCgCAgCAgCZYVA0MStZr1G+MOEJzD1/xYgd+9R8AHywZQLIW4s35ifFoyusu+jkdKKbWPZoyIaBQFBQBAQBAQBQaB0EFCp0mPnC0pHukgVBAQBQUAQEAQEAUFAECgxBIKOuJWYRhEkCAgCgoAgIAgIAoKAIFAsBBRx03eTKJYAGSQICAKCgCAgCAgCgoAgUDYIaBE3YW5lg7ZoEQQEAUFAEBAEBAFB4AIQ0CJuNgI6t6xr0yLVgoAgIAgIAoKAICAICAJljYBf4uYE/ecsa5NEnyAgCAgCgoAgIAgIAoKAFQL+iVshUFAozM0KOKkTBAQBQUAQEAQEAUGgrBHwS9wKKdwmxK2sb4noEwQEAUFAEBAEBAFBwBqBgMQtv4DCblIEAUFAEBAEBAFBQBAQBModAb/Ezcmp0gJJlZb7XRIDBAFBQBAQBAQBQUAQIAT8EjdOleYXmbgtw6MNpqLTpjUY1yFIjHfPxLBxwMzlDyLa/D7I4RfUjfX1fAwbXEL6YEog28vT3gty1m4w37Ob8V9T890LsvHvQXb9y6p+J2YP7oLJxs25/EWs42ekrNSLHkFAEBAEBAFBoIIh4J+40cKEgqBTpTsxZ2g3/M34ke0Zicm4B+8fm4kBgZxu+wBeuXkArmjwmOr5hw/Pox3pLZODuPIL4bx7CQ79ZzBpXo5JjZ9DIdUV+FNenvYGwrJY7bx+uA/+uX41xjIr2jUTN/R+ACuCuXfF0hfEIGXD47iYnoVDA/X+VDdnWSHGGp+DECNdBAFBQBAQBASBqoSAX+LGW4EEtzhhJ94Ydgk+u3kL9i/dib80fR4x61bhT7seQqvGD+LdI68EJG9txq7C/rEGtLwoooxg3vkLnLHX634ygQG0RRn+9Zebvf7NKmarl9/tY3ERPsaOnU5cE2zUtJiarYfR8/TA47jog3N4boDpWWg/Afe2L8Nnw9o4qRUEBAFBQBAQBMoNAb/E7Xx2Pk5kZgc2bs9nWLJxNMa+34r6/4wcipVlnc7GiV7T8NrtjfDvGQ+g++gO+ObpRnhgvi7u9vnY+i8OnazEPzu9iOgVX+D37YC9865HwrPAX/TPwG68d/tleP5Hw4zLTW2BTQvU45slbyN60DTdz1y37Zk0cs8s/GHQU9ishIzGazv+g6uLaO/INzci+lWz/YasYfiy0+1YaBjY41ksnX8/2gaSb2lTIC8DtXv5/fUSwvwRbG1A9zAz0P3hdsOPEro3xvPUi/Vb2W7WabQbunV73xyOZfdp9677UxvxLj1/XOyfwUD3QtepP7fWcqxslTpBQBAQBAQBQaDkEAgpEVF7dmBzj04g3uW3XP2v49i6g6/5GDn/Rby3x7v7SsxNArp7V4N/lPVxPm0XUrEbe3ZcjmhLw+mHetASDFF66XoTmDNvt5cyb3s1krls2Ebdz+P4W78O+P18w3bDDyaAXEx+/bgDPnAQifPEIxibiovHBjw/qBG6daLrPuA1Raq9i7c9ejuTTr6n3t0v5HPA58nAzuq5IF9eBZ7l+7aC/gp4drzrWbN/Bv3dC76vtwNvkjwdF3s5F+K0jBUEBAFBQBAQBPwjUDLErV0ndLckHkyMgNgOer7t6z9rxMAcaTLZ983T9OM44THEeti8E7t+jEM7S3Ll37mArXuWYRmGo5+V7D0ZSKclC24yMw+bM3Z6iPSxl+X9SJFHPboTUL9LPpMCg8y5R/nKD2xTYJ12PUxEaEUnzOl0vQ+x9rGHRX2dhIWdYihSWMLF8nkKVgf58gJHL6m0ux9jb9+AXQYrtn0GjXvtey+WPX4ZmIz/rZ9Jv62cYG2UfoKAICAICAKCQNERKCHixj+O83wjUl+/QinO0ejPP3ic4uNIjoq4bcRfengZS+1zMN/zx5G7MDEIGH0puuM8Yu+aJcCwIX5IB6dH9Ygbv5qjUHb2FskUgyxxOtWLKNnK92NTkXT76dxuCIb0MJEd7mpjzzcr5mHkIKvonB/5gZqU/nn48utAHYNp1/54UD39PoN294JX21zuSdr9ygnGJukjCAgCgoAgIAgUD4GSIW6k++p/bcSQpMsoosZzhfTohSJqeiTJnE5VkSmzwdT/PkpL3udLAJgYdPdLrornOM+tm/tsnH10rF0MRf4syKhSZ2OvTjh8U6rB2GgmSnby/dkUjI4g+6j7Y04h29hDGH45XyfmQYoOrhullyeMxsL7GuGfZvJGhOm9oMjcBixbo6e19Sio9seDKaXv8wyaLTPfi8sx5IUv8Bpuxx+MVLnfZzk4D6WXICAICAKCgCBQHAT8Lk4omkBtLtfvvSbXu2T0ewh/oUn6CZ2eAnqMxkiviFv3p15XixPcRV+UAJo/9a+SX9poTKhf2Gmer5uDrgdoccTfaH7UHwYRGaVpUqqoienaW197uZ4xmI9dndxjRtK8KI8Umy5Ke9EI7vOGbFMqzlr+QBubfAmvh5qgPphsUXPvtMUixlBfe9wLBDwwHPRntDPIelB6bTr1+w/NT+tE+NOcO6OLWsBh09+j+nLEZoynPyK0vWn4Hqg5hX6fQft7wUP5D5M9tEimWxLb4P9ZDsZC6SMICAKCgCAgCBQHAcfhY2ecJ7KdlmMbRIbi6Iksy7bKXvlPmsNlrGT19MVzFWVl97P07GecktDfg6RZ1ZWeBdaS5f5Z4yK1goAgIAgIAlUBgRJLlVYFMMQHQUAQEAQEAUFAEBAEKjIC1TbiVpFvith2IQhIxO1C0JOxgoAgIAgIAhUbASFuFfv+iHWCgCAgCAgCgoAgIAi4EJBUqTwMgoAgIAgIAoKAICAIVBIEhLhVkhslZgoCgoAgIAgIAoKAICDETZ4BQUAQEAQEAUFAEBAEKgkCfvdx2/j96krihpgpCAgCgoAgIAgIAoJA1UfA7+KENo1qVX0ExENBQBAQBAQBQUAQEAQqCQJ+I25nz+VW2Q14K8n9ETMFAUFAEBAEBAFBQBBwIeCXuAlOF4bAN1+twHdr1+D4saMXJohGN2rcBFf2vRZXXzPogmVdqICq6teF4iLjBQFBQBAQBASB0kagWhC3eW+/igcfSsSZc3mljadL/ldfLgMTnIsu7oJLLu15wXrPnj2NZclLUFhYiGv6D1HyqqpfFwyWCBAEBAFBQBAQBKooAtWCuF3ovXM6nXA4HEUSw5G2Ll0uQcNGTVCnbr0ijbXq3Kx5K1XNcg3iZtXPqu73kzZbVdvWFYbXw/vPRlu2VyS/LA2USkFAEBAEBAFBoAojUGLE7Vx+Ab7LOIyBF7UsNbg+X/we2rSPxaU9rig1Hd6C9x34FdnZ5xEbHefd5PfzyRPHUT+qAV0NUa9elN++wTTWCA1F/foNsGHdd8F09+hT2KCx6/ONlzdHaKgDYbQRTI0QB10hdAEh9J7oKZyFwLuf/2yroyL5ZWukNAgCgoAgIAgIAlUUgRIhbsez8zD2rW/Qskn9UiVuqVs34rd9u9StKAvydi77LJIOzMWBdj+h3/oxuK73zUV6DMLDI1CrVm1EREYWaZxVZ4cjBGFhYVZNAeuceU5Xn9AaQBhdfS+tjf6XaauGt+zIweYduTh8vAB5+Q448rL9yqwofvk1UhoFAUFAEBAEBIEqiMAFE7fDWbl44O1vMez2IVi3bG2pQ3RDwvX4fOkXSk9pkrdzWWfwxcaFOH5lGuo6IrHu9Bw0X/EpenZoRmlTzU1noRM1O9yOzNDuln5zlCw0NIwIVzi2/PiNZZ9gKy/pcXWwXX361cg976oLp1BbdKtwRdrWbz6I82eP4tqrLkFMmxC89N/9yClsADhzfWSYKyqKX36NlEZBQBAQBAQBQaAKIuCXuDE/8Te162hWniJtQ0cOwrrjlGML0L8k8Dt06BBuu3U4Plq0RInr3jO4tCn74c8XluU8/TNO7fyfkvvFyV+xp2cB6tSqifNZ59F8YCt8le5A94hHMG9zZ/xw9kcs7LMJ+/asgKODNXELpfBWWFioK1I2cMhQJTtQmfnOJ3jwjzfDeF25LNkj2mb2Ixi/HAXuCFoIDTh6ogCz5+9CyprFaND0IuQV1sagfh0RkvMTzhf0gcOZ4xersvArEEbSLggIAoKAICAIVEcE/BI3DRDrSfnHKdI27i0ibbcNxLqTNF8qPBxM3SYu/NEWx6dv6IrGNcNt29d/vwarlmmEzLqTA+Gk58iRIxh52wgs/Gix6ta9Zx/r7q5aRUH1y75rxJkk9OjVDnvONkDhD5loeCgH5xrkoHVMc5xLPYNaJ5yYt+NBjL+0N+oRoXNmGbKsMapRIxQ1KOLGESouc9752F65qYUR4r7Ga3TLmi4ZWjdDX3B+wYu4nc924kxBbbS7+GaE1myM6Og6Suz+/ceQX+cI5VJZs7VP3K/0/dK8lP8LAoKAICAICAKCgCcC/ombTZTqEG3MO54jbbcOwPpMmuAeHkYpwVA4+g9EAU2nchYUwplfiLycXGRnZePM2WyMio7AtJXb8cJN3WzvAZO2GxKGEoHYrwgaz+mKpPlhERERSn5+fj5yc0lmdjZOnDiBwYMGYPnKZSo65I+8GVGpQBG3iJp1kV8zBjGhe3FnTDsiok7MwXaEh0Zg/5c7cUt4NBo1aoPde04SeTml/IiKqmsdnSKbQnjif40a6uIy4U+jbH3nhgLCjbf78C4rlye7ZDCfMvwI1i8HClwiefEBr5AtIFroDG2EofG10LF1KD5bsQ0HjpxEk/q1UCPnoLVPLKUM/PL2Xz4LAoKAICAICAKCgIaAX+JG09TVj7y5HDyX4yJt604SaYvQSBuvSuSehbR1RlZuPk6fzaUrC2fPZOMcvZ5ppse8ArCn06dPIycnR6nkbTgKCgpw/vx59d6whckN1+/YsQNXxffB2m+YvFEa02/kzdcX74eggOas1asTAZwJQZfo5liTmoGQ5mHI3JOJK9p3xYgBCd5DsGLRJ2jd0Tc6xTW8YpNxMYjb19+m+IwPtsKQwXI970lgv9RSUb0UOB1EgIHcQgeu6h6By7uEY833e/D2e0mo1agLChy1EOI853PfjfFl51ewyEg/QUAQEAQEAUGg+iDgl7hp0R1PUvIApUevv6W/nh7l+VsUUQoNAQWLcDq7EJnn82ij21xknc9G3vkc5FLErZBeka+tYPQmgmaoWRNH1zhSxZE1jrAxYeHIG188lgkcX0b0LS0tjdKmt6i0aY9eV1reOR5nXJYd9MoCihJSqJBCX4XIzstHSv5vyCHSk73+JHo2bE2E7ldq1zsTeTybQ32pWPtE3njpvfv2m1zq9x06jpdnzce0Zx7wZ5Jqe33OOyYdbqIWrF81HO45brQAGMSrkU8YXtMzEhu2HsH01xcgol4MIhp2Rx4RYofD3751/v2ycsbOVzu/rGRInSAgCAgCgoAgIAgAfokbEykKGHmUd8Zfg78u2oRbb74aSw9Tk6MGTtAixMwsiowRK8jLzqUpVbkozM5BgUHasoi45WmnFnjL874JHG07d+6cImo1a9ZUKVOVhtVJG0fa8kgWEzvue+2112LBwo9x7XU3+NhqyNaiVL6+eOvmVKXTmQcHkbL/7tiA1LYncDTlBO7P6YXurVup9C91cHE3AxornziwyPXGxbqYcD40KwUHzoVixu9jlHquM8rJ7CN4+Pub8e61vnu1GToMuTwmWL8cBaddOujWEGmjiCX5UivSQdur7EVY7bao3eIK5GTlq0hmSMFJeyxt/DIU3L38SiRe9iIR3b4uncYbs/+LHu2tqq388hkoFYKAICAICAKCgCCgEPBP3PSIkRmrxpHheO62nnjio28weMQAvLmLCBuRgHvbUTQsnyJv+WEoyHWgMC8E+bk0jyqvph7i8Redcmto0KABmjdvrogbEzYjRcg9OEW6a9cuReyYuDFpW/TxJ+g/8EZc0v1y21vKZEcjOQbVsu6aR8Tt5LmT+PeKL7C9eSZCNhTiL3X64MqeHRBJK0QL8niumE7ciG85dNJlHXHjOWsFKjKYr5NWtn/GWG0hxYGjmcoIY07bsawDeHTDSI86s5UFnN/Ui6EvWL9CCrX5eDw8OzeP0tkcIS3Efz44jr3bttFT0BBZ2WQnk9IaToQUZtpEETUDrPwybCsILcDzWxKRGDcVVzQeYHZB+Wr4b/ht5ZfHIPkgCAgCgoAgIAgIAi4E/BI3q1Qpj2wUGYYXR/XCPz9PwS39++B/GQWgdQjYnvKDX2j/OrSLX0Iw9MZRWLfe/35n/a+9GgcPHsQ111yj9nPjeW2X9tCiN7bKg0yV5lN69Le9R9AppCHaHaiPMddcpubshVK6lhdcFDoLKEJmkD+OlGnvLYkbR6Yo5avIp76qlCNOiW+ss4y4MWnrGHsFdqav84jCGT65dDAJZcbGJUi/HE53qjSfVo8UFFI0lPyICA9F774DsHj1EeRRFC6fUr/crom2Ibk2fhl2hoTUwMXkx5yfp6D3Vf2NavVq9n9BYi9PPWa/PEbJB0FAEBAEBAFBQBAwEPBL3KwWJxgDo2hRAm/v8a/Pv8edfXtRlE1Lhb50a49io3vFldeAL7vy+stTVASrX79+irTFXz04MGkjYUxBjPlgdrK5njfUvahdY7St2QWRFPHjdCKPK1CT+5nwqE7qPQt16gTKirgxdlrEkOYB0pYgSj4Rt5fu00jmoeNa+tJIlf778gUUcdNWnZrTp2ogF0MXyXVF3FR14MUJ5lWlPIetoIAiooUFmHBrI5LQCGkZ+5G6l0gb+Z9P5NSBXFuCbeeXYWY4rVbdu2sL/nTRZB8Cavbf5aOFX4Ys79ff0dxKKYKAICAIVHUEeL9S/q37dn16VXdV/CsGAv6JG0dXbAIvrKtRZCiRty5E3n5Aux5dlXp//Ythn8+QqKgofPZ5Mq7qFxxpYwHMDdiNQLbxqtIQWpwQSpGyfCI4nAnlVaHaaCeRHZbmnpNGuVJln51cQ6e5/ZE313tE3JQAKg0jWuCl3h/jkfW3GFUer2F8VpVezPPCgvHLLIjTwfm5dKlU6WHUK9yG775KQXjzfigIa6oWZtDSEFufWJaVXy4dBMn4i55BjwbxHvYbHwz/50/sqaqs/PIeOGpEfzrvtR6effZZxMXFoXVrWigiRRAQBASBKooAT0fZfTwT19x5O3LoqMf1P+ysop6KW8VBwC9xY4FW0SSzIt5Q9583dcXfPk3l3gH7F8dI8xhF2q4Zgu6B0qMeitiuwL4UEnFzFuQTQXOTMzNZM6JEruUJlG7Mo7+KrDAy9HlHxLwjbmYzo8Kb4J2rrFPFIXRWKRdPP4Lzywk36cvJySNSSvMRHQVYs+EM8mgT4ZD6XVEQ0pgijAXkO9MyLdJoda/s/DL6zr56ldUwV53hv1Fh7ZdbxMjh1+Kuu+7CyJEj8fnmY9j903GALymCgCAgCFRxBJIXLcLPBw6jd6+O2LBpVxX3VtwLFgG/xM2bdNgJjaIFC88OvwQbfz1mSWLsxhW1vl37GLSlq2ikTSdsQaQUz5w6hm+/OuZhljYRnw9fz9dWs6oVrbR6ll7zaE5cPpGdLnq6zzywUaMmOHee9kOj8BhfXN585z0P2XwignedHSYhNTTixnJdqVKNRQXEPLxwDwUKtVT2wQ3/tFPhrqeVwlZklDsE45eVAjtfrfwyj+dIG5O2pZuP858FVqKlThAQBASBKonAd9/uwEXxMYjsN8j2O7lKOi5O+UXAP3GjoRacxFJgvYhQDOjc3LKtpCpvvuXOYonin3ud4/gdH3PddL/tRWm8ut8AfP3VKjRu3AR169bD4OuVArfCAAAgAElEQVRHFGW4T9/Mk8cx/4N5YLnGPQnWr3ffqVx+Gc7fetM1Kj26lCNswtl8ngmpEAQEgaqPwC/fZeDlV2ejz6UdsW6TpEyr/h0P7KFf4qYNr/y/mH+6fyJtd8ET1MrOl+sGDVMrUhd8+B5Onrjw1F6Dho1oXt8AsFyjVFW/zI8tz2nbs5UOw5UiCAgCgkA1RYAm5KjFbmX5G1ZNoa4Ubvslbinrt1QKJyqqkS1bd8CoO+8tUfO20UkR5V3K0q/GjRtThFHb8668/Rb9goAgIAiUBwK84p/3N60I3//l4b/o9ETAL3GLvyxG8BIEyhWByMhIWuFadpHScnVWlAsCgoAgYIFAnr5eTn6TLcCphlV+iVs1xENcroAICG+rgDdFTBIEBIEyQ8AgbmWmUBRVaASEuFXo2yPGMQIOfSsUQUMQEAQEgeqIQJ7rxJ7q6L347I2AEDdvRORzhUNAUqUV7paIQYJAlUPAeXQ/Vr0+Awd+pvOby6i0vLgLrhs/EY4mrfxqzDPtLeq3ozRWCwSEuFWL2yxOCgKCgCAgCPhDYPEzT2LCY2MRf+Xf/XUr0baU737Eq6T3llf/W6JyRVjVRkCIW9W+v1XCO7vNgKuEc+KEICAIVAgEztK2TVdecSnOpW0uM3tY3/OkN9B3nMxxK7NbUikU+SVuL78+t1I4IUZWbQS082Krto/inSAgCJQ/Ak46q7mQzgl1LYgyHU3Nb7mez7Dmota66599173TsYL0n5LD89P4XGtDlqrTZLA+LoG+43L1/kuWLNEGyv+rNQJ+iRsj8/QTE6s1QOJ8+SHw6aL3lPJAf436WLjuadz1xHxXdeyEFXjmtnY+3aTCQOBrvNV/BS77chA2qtd/4VJw3X1YbQlSD/zhvfm43v+0HMuRVbZy/zw88/tnkd7lKfxn5mg0Ky1HWc9UYDzrML9X98v7HpaWEVVXbiGdVe2k4w1NfM29563OvT755SBWZhxxgTAwpiluvqgF7Ort0GIdrI9LoO+4fI3fYd26dXbipL4aIRCQuFUjLMTVCoqAcRB9UOatm4w7nkjH3f/LwFBFLPYgecJ1+IdjFf4h5M0GQjoFtkssWjg6oPUN/BqCEAolONCTcFyg42gM/QpvXvuqWumrH8FrI7OaVO+fi7/fNQU7ukzGS2syULqH/hGmrf+IB/qPwiP9n1UAX/d8Bt0vfmd1D6vJPShBN50UbSvMp3OdjYiYHiwzq2DS9tH82a6q224fBx63avdxn/obOjZW/TwicsYHJoI0jkug7zgj4ma2Q95XXwSEuFXfe19pPA/016jbESJp736IgS/sxLDWRm17DHvqaXx/55v4aeQUdK80XpeloUTYon9VGx0z1uqV1KtL1XnaYldflhZXDF30vE2dgrb0vP3zirKzqMXIhfhwpLc+63vo3Us++0egkKJthbl5KrupipHmVO/povoB7RqAydqCD15XXfh11B3j1WthoRYa48/cz0kkUB9miuLxvy9OpFLEjfRxCfQdl+8RAlRDpFRjBIpN3BYtWoRv0rSHLlj8pj99e7BdpZ8g4EIg6G3c9n+J71LvwK1Xev2F26Y/ruy6FAcPAj080ntr8MbV92KlB9Y9MfrDhRjWitteRatpCfhu0r+wg/p0eng1/jWyndZ7/1w8/TutnisGTtuJP/Xhd14yuz6NGa+3x2d+ZG2e1hFTP9WNuOktzJ90rVuOGj/GFck5tHAkJr4Mk41kv98+JGq/2dY78OQ33gS2HYY9PkYZYLyqD1xCCEu6fIqqLy5GLG0PksYPwLxUTbKGn45dkfwxsPeUp0llXwdigx/sPf2ysol67Le717uxn563Vr+NxO8e36REuZ8RHRv1LJm1GPUvAlPc/vvYq4/zvd/0TFq2+bmHnk7KpwAIFHD6UmdbzN8MzmS8T2gXRfPcChVZ++C9mUoavxbo0bM7fv8g+retj2HtoxQx4zlxam6cl16e9mYUy39jpv65xsQ6LxnysXoiUCzixqRt3759OLUrFT2v/xOu7h0bEL1pz38UsI90EASsEAiURnCPoW/HrrFoqVJ95sKJv03Y/xvVuyJx3M71PTHmw0VIUPVrMOeqV6iO04DamHnzbsAr3+5G89/ewVO/ewzJ8dyX+hFpa/fibjzLZE21jUSykuMtU5PL+q1lAT0f342Fj7v1J985wCWnE5bix/336PbtwY+/Ejmgrm4be9Jnf33Y1qWI/5BsZR+//yueWrgPPUfpBJTVWhb2w9Bj7mCuLy5Ge7D0/gH4bsAaLJxltkPDLrA/1tjfMGs3btDvYSvTPd3oB3u3Z3Y2+bnXRD734gO6yI9v2Q9+fgbgzba7MbZPIPw6IMHWXgP3NficJhl63m+7NsubKJVFROBY2k/Y/fH/Ao6KoR4narUDk7TXXvmXq/8DDz2NS7P2I+bHFGz/MaAYdAiPUJ0CfcfJqtLAWFanHlZ/Swf0//CxE2jTpg2iWlzj29dZgKyMJ1DwSwLyMn/ybbesScY4PU2jpWa0lI32vi9mZFgOqr6VGTPQl/HqOwOlCg3rMXSY31sgnzGjLxzjkt0tho2u+1r8++j7TJifD/N7+lFLzcAhq2eJCFrrNt7jNHPd8s2f+X1P/PHpe2gOEY1rcw9G3kTkbz+937+bfqzvRO8rdXnmNj3F4mmzH1kse91TGHlVB7r+iBXU1Zye7HvdRZj7/hqtbt0cfNfhBjBFCLqPsnUT5v6O5dP12AfY8etufbw3Hp5YstW+2HOtWX8xMNq/miKjd2Lk7e295Guy/frsF3u232yf8dnGRvNzYmeTX31Mosx+9MdNE3ti7769uh0m3An7Oevs7DPj7LZ/8wt/BP74kM/95nvi2+bvXkqb73Psi4mGPFCDyFRIRARq0GW88vsaEZHURhe931AvGj/VbIWXXpyMnJwc18WfuZ7bVV+WpV9qvJJBsvTL0BnIPiFuBlLyyggUi7g1a9wQ27ZtQ+bBr+C9oXPOkVWIxDcIrZuP3EPzKD4cbDo1HtPTKe9PIWH3lYSxcp/cCBhkaDQwj3FaOxH8l1+plZiJmDdqAWL5By42EV0n2+gju0YvGIX02UPdpqSnIWVskn4vL+w+8lL5oK6216Fvt/exgX4gPfrTj3JK6kVo1dZXDnmmyIPR3/zZs20PDu7WfmCNkxwcJrs41WHI8ZbJsm1l7ado3aPA5O/24OPvvsI93dz2qDF9x+Ge3SuwmWRs/mY7EeloD1kB+ygmc6cun3XQ9eSAoPC08sPbF1u/dAZliZFFmwf+/ny2GGvG3ts+38+m+2h+rizkKpss6l362kZrpMpbDkGu6e2FexbomP/nTqyY+w4O+zwL3s+G/pmei49C5mJ8vGe7+mTTZmAor77/zoPBhL+8HDVqILRWbYTVrI1QuoxXfh9asya11cL62u2xOaw5nv+/x5Gbm6uuRx6b4nrP9dy+vk47TRbLoyu0Zi3t4vf6xfq4BLIvT19VWmrf9SK4UiFQLOLGEbcuXbqoiFsBTcZcn7rHdZ06sAjh9erhiX/tQVTtNGzeshYb0/ZWKlAqprEZmDGayFNSGRA2EwAxE9e6iLSZl5kxyli6ABiV4EEiM3akIj4ucAo9GKz5xzO4qwNuuucuLP/zX7HZNWYNZo36B/DI/bjMQg7rV+RCbzN/Bn7AWiI6qo3mz63dehf60A9piPrBfh/rv9fH0Q/pwiV6m/mH3qTPVtb+DGzv1gmtXDrc9mi2dMDlA7dj4YJ3sN7xMG4i8ulpI/f300e3dSERiOAwtMbCPPaCMSKCfRURbCubAvocAHsPouW6pzb30fw82NnkV98A9Blh9mMNPpn+A9q16+BJ+Fx2aNj6e+Y0+3/A23/+HFf9ngi21/PEz5FdW1Hvr/R3P+sGzhwJC6tdB6G166orrE4d9Vm76DO93+RohCn/eAR5eXnq+stfX8BloWfUq1HH7dwvzCyDZSl5mhyWxfq4BLoXQtwUTFJ0BIpF3MwRtwLaYKZ3XBv07toOvTqGIrZ5BppGFWJg35po3TQbF0VtxGUXtykBwDmdSum2ZD1NSF9ofc05VK/UnDlrB0oozuhLf6nSGL60Nj0965VuVCk/1mPkIC3lesrT5I5DMv3n10YPFKxsog6W+nhgOtJSxiJuB9un+eH2X9frkzc16gPYq4/z9N1Tpg8uLl8yoPE2z9hfeloKunayiQfa+mjW6U678tYTQV/xz9OPJ/DPPm0xXF2j4Zj+G174HUWqrOSQHx715s/ohfa/PqLJue0ZtJ/+PHopGddhwqJnsPcRXcdtn+HqRUabPrfJW5edrPjxuA/PYDzb+o90tO9mske3peXvEtH+pWfguOY6zVYPG7X+9n00Wx0v9dPxID3Pf2WNhY/NXtgY7ReMUTRuevNd8slt0+vf6/c4oM8BsGcbfe6p3X00P1d2NvnX1+sJsx+j6Zn4FhPiDV9+wFu36c/II7/gvmfuU/Mvfe3zfQYvemQGbmrjiYl6Tsk32zbv+yefg3vOdZwIWtSIjCRyVRfh+hVWu576rF3a+ytq5mDy319yXfx5QJQTVvUaUdNlKMKmk7Y6XFdP6eNi+d1kun/B5q2UMClVHoFiLU4wIm4nszuolTTr0/YpoOplv4N+0cdw9Egoduw5hfyscGTtn48tZ24rISBTkDiFUnKUJozhH//Y0ZiRsBYTY+gHn1N5FI1ay9k61UbkK53bmLTEYsGodEotehOJeMRjAZZmTKR+bCKRkDRQnVH8yF3rxERF1KYgTunhMclYAjsbzRDY2eRHH61rTMUcusgPJytj3bEY18kJu0iYW2MMJtra6/Z1GgXO3L6b7U2GfRsTyq4Y7gFtBnakxiNuklmGW4/9vTL6MD7D6MNlqoIjYkUqfV/ApxteCGLIAEzYMMDUz/sz0ObuT/HpXy1Etf0TXtjwJ4sGXxlGJ2tZFCV8ez9u8pFklsPv9+s9vOsN++360DBbW32U+sVCa/T1z9qvQHo1eyd4mODtm5XPwcg131NNga2NPvr3w9OmYPRZjIGVf6zMGz+rz4bf3v3N99i7zcMR+VBMBFR6lMiVvzKwNq1khjl3GUbdw2BX7yuLv8+0JaWsj0ug77g8WVXqC2M1ril2xG39+vVqjltefoGKtvHVsc0o7Px5HA7vuAO3X3kPth29HuEtx6J3l7YlBDHNg5unz7Oi+VeTx6YgLZ1EZzCpGYvhxhQrj7alWECRqskas/KxY9Sorkicpkd3kqdhQdwodDV6+ZPrI8mosLHR3D/DxqaA+sx+DMWk6fFI3WGE2YgwxnpHFW2N9GlIHkdEafJkt++mHv7afASpCo3MWQbcAvpI+yKN1oi2ITvQxN1Sa9dmk9Ffw25ci/2+JGWVhD0lJaMy+FUZbCyp+yFyiv3vlb9v1Dw0NR9Nm5fmOceN56bp7fqctTDXZ643z2HT3+vz2sxywlSdpoP1cQn0vSL7uBm/BvKqntPiwMARt969e+PjFceRwztGr9uO0LOn0CDlS0ScOIoz9Rri9HU3wnlCCwMTkyuOmgBjOKpDXYYH6BaoOWESpi+YRvErYn1LUjFq0nCkJQYaFGx7CdnI6mI6EamicKBt4cUdeuQveRwcU2Zg0lDeSCCIkj4DU5CkopXjvLv7a/Pua3xmchYfB8uAm90YV30KvYtHCjFyLd7GX2oBB5VeB9JdYvpLUlbpeVx0yZXBr8pgY9GRlxEliEDdJk2RuvMAug8ZUYJS/YvanJoO1hvoO0aIm38cq1trsYibMcctPGcv8vPb4borOuP0zBfRODYKob+dRV4tB3av+h9a/0NPV1GYd9OarSWAbQoWLM3ARI6eGVErFWVjUpOIJcmzMVRPlU6ZQ9EpdSpJAkbFJ2LKjEkYahl1i0HCqFSMnjGDZEzGbBLtIi+KLNnJtXPHzkZT/xgbm/zqG4rhY4eZ/KD0ZSLNI0viHCWHHYtbKFJHwTYmfZx+9Sz+2oyesYiLTwUH/obq6VJerJDSdbL1ile/PrLMeIyatxaTpznwNyNVGuhbrbiu+x13HR7adJ3fHsE3lqSs4LWWfs/K4FdlsLH075RoCIxAwuNP45Wpz+DsieOBO5dQjzoNG+GGJ59RETd/Jd91lIO/XtJWXRAoFnEz5rhtP9CciFsBFq36Cb2++QrN+1+FdpMmYedbb+LE6hVY1y/YfdyChTseXdNosrmDozLAWJrTpmVHh2J2+nSa18aL5blo0Setjed3JSGN5oM59EgajzPPC4uZSClCB7EXqvckL/7k2tlsZ6O5v51N/vUNnZ2EJSY/4qena3P6lGgtVaq5yP7PJuLkTcSsbY6fPk+fo+fb7q9N683El3byV4Qaaj5hYgrrN/LW3jL9+2j0Hjo7HX+7/A710Vjx5S1JPgsCgoAgUFIItO7eC/fP/6ykxJWonAKZ41aieFZ2YY7Dx844T2RrEyW9nVn47tt4+gn6NfYqfHIC7+O2e/deRHW5GaNv7YvDf3kIHbp2Rl54OG28m4n07zYgdu5CbSQ9dNNeWIT/zbqQXdm8FwJ4W1URPlcGG0sBJ14MwnvLlfC+cpdffjk2bNiAZT8dKQWjRaQgIAgIApUDgRedNZH5pwHg70QpgsAFR9x4H7d3P1+PetFX48AXC1E7fStONW+P3f1H4Xuql1INEFAb9fZF7LhOcAZe4lpkQAKlEYosUAYIAoKAIFCJEPDe6L4SmS6mlgICxSJuPMeNV5WG5xyn7UAScM8Nvck0usZRzkwvHn8XcMRtm2zCWwr3r8KIVBv1lrA1Gzdu9CvxinbhftulURAQBASByoTAuj25luYW0Jcrfx9KxM0SnmpXWSziduutt4Kvu+6fg9w9R1E2B8jT3Cin3bypinLfKoONFQUrsUMQEAQEAUFAEBAEiopAsYiboeTC5qwV1VTpLwgIAoKAICAICAKCQPVGoFgb8FZvyMR7QUAQEAQEAUFAEBAEygeBC4q4lZbJs2a9hoHtN/uId9IMzY2n+uOOO+70aZMKQUAQEAQEAUFAEBAEqjoC5UrcVq1ahcgT+pYhJqSHdK6NRq2uQL1O96raJz4Gfjj7Ixb12YRL9vDecELcqvqDKf4JAoKAICAICAKCgC8C5Urc2oauRJvLohHZpJuHZSsWfICGDQ/i1E9TVP2THbVmZ5avA1IjCAgCgoAgIAhUBwRee+216uCm+BgAgXIlbhE162uk7bR+ZFMN7UDBQaPuwJJ5b6N2zZqoVbeOhwtRUXUDuGS3Ca5dfQBx0iwICAKCgCAgCFQABObNm1cBrBATyhuBciVuBbyroLOAMOBXeuHNakJrAOd3YvjvrdOhKxYtRpfyRk30CwKCgCAgCAgCZYzAunXrylijqKuICJQocUtJScGll16K2rVrB+VrQX4hEbZ8Imz0ahQ+k42vnF+hDh41dnWlExrO5lBfKYKAICAICAKCQDVE4IorrqiGXovL3giUKHHbs2cP9u3bh4EDB6JRo0beunw+FxBhczrz4CBSpggaE7VC7Zh47uzUSZzB3dwtPqKKXJE8zoFhc/RhY5NMRzVl6Aela21jk9IRN4UPTjerGEvn0Q+nA9+nIC5pFBYMS6Qj3uloez70fWKM6mgt3zNdmzGDjomiU+Gnp6+lQ965bRgMk0gY0vWzP61lkRI+I5QEaKaxTbMxlA6WV3JM49keX11ku9Jr9ssrnWwp37u/yWbVxAfMG/7Y42NtO4/3wsGsTt4LAoKAIFCNEZCIWzW++SbXS3wftwEDBmDx4sXYv39/QISZuKEwl7KlBXQVopAicIV5+fRaoN4X5BWggN6ri947mMgFVVKQGOsAn3HpvjwJxtDZTkUMnc4kjJ0zBTMyWLBG2haMStfbnJg9NAYT1+r9FCnh90yQuJAeWj8xj+WkTwcSR+tyAGv5ZuOTMW0B0xxzMeSTTSlp0Gf+2cgighO7AKOUPXQlAVM0J0hgPP23AEuVT1wysDTNW5dZr9V7f/LN/Q2bDYzMbXb4BJDNpJMdKsNy/MRJpP2chtfe+hxTp72LKc/Oxv8WrccHizfg02VbsHb9TnXt/PUY9u4/gaPHzpShdaJKEBAEBAEgLy9PLsEAJRpx439YTZo0wYgRI/Dee+9h2LBhiI2Ntf33VpCfRwQtV5E0LszLNKIFzEjphHPnzuPkmdM4k3kGx44f0eU0x6vfP67eL5nzgo1sI+pjbtaiSa6a5HFwuEJu1J8bMpZiQcpYTF7rEYay0cHVNG7eRKjedND65LGJWMJsiyus5JskJY8bBkxOQtdhxPxcRSOcFITD2CSnTg5tZGXsQCoRxzlEULm/KmOHG+8walRXJE5LxkQ+9D15GhbEjUJXInPu4talhpI+j/PhbeUHiw1LtcEHdraT7OQlmNN1OGabLC3tt0zavli+gqLFh3Dz8FvRuGEDhIaGYffeo/RHQx4yT59TbZzW//6H3SikB/XM2RyczDynTGvauC4iwkPV1bRJXQwf2h01I8NK22yRX0II7Hp9MHo+uV6TNmYhMqcPKiHJJjG7XsfgntsxKZP/wIvC0oRMlIaakjdcJFYkBN54440yMefMmTOoWzfQQsAyMaVSKyktHEucuDHKnCa9/fbbMWfOHDz00ENo0KCBJfgqVVqYh3wibhQbU5EjI0JWv2499Ii/Flk52dh78DC2bfwWeeeykJebh8GDrsG7H5hJiKV4+0pOARJvSiJ9Q1WUbbR936BbMrAjlTozdwokP30GpiAJa4lTjfOQbxBOtqkvZsRSyhH+bDXSo2YhydqHhEmYvmAaJR5JyZJUjJo0HGkuhsddTOSWSeaUGZg0tJOXt1byvboE/dGEjxpjLTt5yRzin0zbdD+Cll/8jtt+3o6hQwbjhZmrMXfhDzh/Ngs1HIVoGZWFFi2boWnDCHRq15Se47qo37Ax6tSm1c40jzM8LARhYeHYt/84ss6dxvnz53E0sxCvvPklHn9wcPENKuuRilQ8CZ26uLX3nopNy8cjuqztKUN9irQtHoFNmctL18/o8Zg0Jgojo+YCjKv6S1GKICAICAJFR6DEU6VswokTJzB//nw64eAOW9LG/XhVqbMgF0zg8ildmk+vBTTfjV/v6JSCXVs3oVvTSLQKz0P2mfMUIs5XpG3u/z7A0rdfKrq3xoj0NKTEx0HFAlWUTW+IScCo+DmmlGMgFSlYYOQj9WjdcM6h2slX4ijSNYxSnJO0ZKu9hhSkcfTOTlZMJ4qg+bM1BgmjUsmXGViCyV5z2ey1uloCyg9CBvlqiY+t7GSKoo6liFUwskuuz759e3H8yEHafiYUwxKuwG23X4vobh1x5ZAEtI3rgbOhrZFxLBTL1h3BB59txYsvvoWn//4q7k2ciz8+NBvT316JtT/8hkZNmlP0LQL7DpwsOePKShKTicxMZBrXpqnoXVa6y03PLixbHIeFZUROB03X8S0jfeUGqygWBASBUkWgxInbsWPH8PHHH+O2227zmyZlrwoVcaM5bfSq3lMETHtPc93o86iO32L5t5tQq1ZNBcLggf3wxtz38MXcly8MlKEUjaIEYyzPgRudhq6uiWY8n43Sl4mxrsjfOL+Bn3h0TRut9aVFAl2T9LlvtvI1s+Onz7MhUsbcPFoM0TVJS13ayhqK2WpendtWh5exMRMnky8UZrNkQqZ5gMNS3SlfF7KB5Qe+CTb4UBTQ1/Zx+uKMORim5iZSSLSMyvWDB2H9j1sR6diJrz59S2nlZzG6fVO0a98MvS6LxWWXd8LgIb0wNKE3fjfuXvxh/Bg88uitePiR2yi63B91mzRUBC42pn0ZWV1GajgaNzgRiYOjEBWlXYkrdN3cptdFRSXCqAa9S3TVRyHxda2fMY6jXFGDX8cuFmMlY0WiS5ehU/X3Z4sHHF762TArPbuWYTHSMM3bB6VHt88s16j3a59pHPdz2W1RX0a3UNQIAkVFQC0MlHLBCJQWjiWeKuVjrHiOWzCrSs+cOoZvvzrmAU4BR95oMUJefr6ahFk77wekZo3DwP598b/5CzG8Lecj/RUiBU6rkI25XltwMNFSDPej+V4+bdZy4yatpRWp3p3t5Guy3b3NMu302skiKTSvbq3T1wu3/2Z9wejy8tFGvrX9XOuLkTU+VrbTHERaUqutjNU0cNq8LIqRKn31ra/R78berj8gVERY//7yZ0t4WCgujmmNTxevpT84TFvblIXxZaFjfRo6b6JoEedMmYyMTERCZgKWUno1bmEmltOUMJVyJGaWOb0jXh88EqD6TGOqGBOexb2RNo3Iy6AYvLyYsoXKbiJYljKmU+SP/ijhcfcDs4wIFX2GpS3T4Z6VtstXvyKSFrY+TCasj6N5Z8vVeJcPXO+vDPJjn2sc6Rw5V6VFPYtdvT+F0iYICAKCgBuBEiVu7dq1K9I+bgN+/2ZQ9+KJf01D86ZXITLMgYemfqUIXViYTP4OCjzpFBABTpW2aFxf9WOCpm1T48TRk2doP+gacIRoq5NDQ0JUO+9bU4NO+WBSxx/5CqN+XKokces9AkOMiW6DEjAG05CxojPSiJTM0hlT9JAR6P3kUqx4uDNFsdz1bvBHYNKIxbh/cBxGTBpBJI5admVYy6BZ+24i5pag3lnZQqG7QYZ9Kormpd9OD9mK3p2hn6gHsw9Y/yR6EtkzyhgiosRJgy4rEqeh80JKN7OfpmJXH7Rg6SgICALVHoESTZXGx8cHvflusMjzD2GN/Bytux6AEdIWLHqVqR9H64xtVsrWbu9UKafpmZzt2HsMO/YdxfZfj2DXb8eQTu/37foax1Oux5FvBuLArhXYf/gkEbyzLoM5YizFGoGO4ychLi4B44tAgKwllVBtdAzivEUZRM4854/m+6looXdfu88UlZzWeZavn3b1dnKkXhAoJwRKK8VXTu6Um9rSwrFEiVtpoBNCUY5QsnLRp0vRpk5FirIx0fDewLY0EKisMisPPkaqNNvZEZpo3Q8AACAASURBVFcMuVtbIEOp+s5tmqJNkwZo1aQ+6taKRM3wMEQemY4rr4nEVQPqwnnwbVpFeg57DpzA2fPaHxdVnritWIq5HPWilGccRaVe1ie27Vq2GOvHJFDkawhGwF3v+fQOwnTzHhhMnKxkBPvIG7YY0TYeZ6XfVk9HcHxwmcHIdm6nzGnMha0u5Ujd0gQsH282iuyyqw/WV+knCFRIBHibLdoBwbVnqGYkbxrvsKivkC6Uk1EKo74zaF8Lo3hjybtLUB+LifYlmiotLf//8ffJpSVa5AoCtEebO1UaGRGG81m0tyCdm5t5Pksd5hFBc9hqR4YDxz6hfQppa5rt9XH0eC7aNz2IWuE/AvWvo33bqJ1KlSRuHmnDMTR9TdsiZDpFogb3pAULynOu1xKc42eZ66llqvc8L+OhIyJnI8Po4fNqY4u7XzR89HOa00bP+FkjlA8qKaq2PyEfKLXqmSrtjambeLsQmmMXsBAOlhu02dUHFCgdBIEyR+CCIkW0HdYU1xFAZW56hVLoD0fepD+dT0/qS5tH6KckmY1PHhcLdRiA5/FGqovj8LEzzhPZ1itIFr77Np5+wnfye4VCRoypsgjwfDJ+8JdvOWrp4xXtNLJk2ViESmMD3gN02kcWkbWeA+7ClrRf0aVbB1oko21Rw/PYGmU+j4FX7cPKtecwLvEX/La5F5Z/0wn5rZ9CdIvG+Pd/FmDq5Jvx5JRP8Mr/3V4ECypwV+8FAuVpakWypTxxEN1VFoF1e3Itffu/gkh81bMesrKt2y0HFbMyLLQGnQxzHI0bNVRbc/kvX+DByKm4aNtXeFBNgcjAzGvj8MuTnwI3m+v9S6mKrcHiuHPmNej685PIehUuLGP/E47nLk7Dlw9ab3hfIVOls2a9howvxvpc6Ul/wgcfvF8V77H4VI4ImFOll157h0qV8gKFJg3ro3WTKLRp1ggt62WjWcQ61G1Uh1cgoE4dOimhdiQahqxG5vF0Ok1Bc6BKRtzK8d6IakFAECgPBKyDOQEtWfYfTOryKWYO8e7JhC5cZSb4enCZ9rn/TD1RuOwB1Lz2FezkYTtfQX+9n9bXLIuJoiHnGsxUA7jOeO/92bvNkOVV76HzASzzNr/YnwPj2PHBr2iv1ZtQcwKRXSq//Oca2sf/UxNp07B60GRUuaZKeeuQyBMLfSAZ0rk2GrW6AvU63avanvgY+OHsj1jUZxMu2fMT1dzpM0Yqqi4CVpuCBP7nEDwenCptTKcicImqVwvHabEBL4rZf+Q4rSgNQTitGK2btRYd2oTBefQ39LwoDC893QyFp4+hfZsIZB7+isheHzU+n+bGValCO/4vX15BPKpItlQQSMSMqoeA1fed4aW/1FtJIsHff/wdG1gfbZnE/1FmxOkkMnRzKl5IfVW9d9fvxMz+cfj41jSc/9K0MmnwJ/i55n+wbMKN+PRmOuAn60FEO5MxocujiFuSg9VM/ohQDejaD6+kGhE9ktrnRWz9MhYv1Zyq6zXbwCiYP3u3uZD0tLvLQtySSjrZvGUTMOCVDAzWQogXBGuwOA6e+QnuqXkz1C6ib91HWAwxYd8RE564D7U+TcYrg69X9pRrxK1t6Era3DQafYfe7HFl7D4KZ9ZBnPppirqe7DgFH126VNVJEQRKGgFeVfrjlm2uDXjVCR40x43ntnEo7Xx2DsKOzHKpXbriJEaO+9X1OeTYRxyEU6XKETeXl/JGEBAEBAF7BJY/eDOtvn5bT5ma+u1Mwsff34cnfIjQ9Zi5hPaHJ8KCJa9CHRK4M522xL4PNxkRu44P4Yl7v8cvxgz+ZZ/h7S6xri183Fq+x+NdI1CrJl83420PM81tERTt8/JB6TT1Gf4mvv+Fjy0qq8LElrF7EfegD16gLYSG15wAj7+Xh9yIe976TK/7onyJW0TN+ohs0g04TSDxdY7uzvmdGDTqDnz57U9Y/wMdRr7jgMcVCMoLWakRSHZFaGf/PBeZeK9EISv57FHuxGemFmtlj4XM8nRe2zqNd+hwXyVojzlVGnvFrSpNyn8p1a9dC02j6qF5wyg4anXGlp+OY/mKQ+jY6Cw+mxmF5cm/YesWOqe0RjRy9Uhb5SZuvHktLTZwHY1gAlmdFjAYrwe9J0YJ3qCqLIrn7emnTqygw+etoC9z99kmq5MjytyQaqqwlL/vAqHK83kDR9q8pGS8gue2vYg3fMhZIG1Fa1/+2Zu450Yt6uQ5kggPRczOZ/FF0SuPRlPbkvvw9nN6StajD0e5jPH0OtNKR9FsDQ5HdzRy9YOxmoKhr2LrtFQM72+283o8QnXPUW5458yp5UvceGd6OvOKjOVXuoyJkETehv/+Tgy6dQT6UjTEfB3Y5z/qplZqjFpAKzXMy2zdgLtWasy2Ol2haDemPHoPHT4Wc5aYzuHKIHJrPhOUjMqg0+7j4+ghUCcfyJYlge6TcVYp92vZLEqdocvk7fCJUzhE18kzZ5HZ9AWcpfNzz1/0Hc5fvE5dWXHaqzN6Ji19r6HUVGbituv1+/Fk3EI6/cBi+1s+LWBhHJ6832I/M68fenWkFR8jVSFYSKC7XwLtinz5+stEzHW0l50adfj8XDp8ng6gT5uKhy2gtxsq9dUPAS0laaQmS+mVYFUnxqj0Z6CL7wFFq4Y/hrgnONVp9NfvDX+OHopb+ryJ5yj96CmPUqvDnVh8/hMKMdG8MtU3lvZWfBOfLtPlMCF8617cOJg/f4FPXe9N8o15M1a6vdtUAlj3T39j6PS1z+w72VqT5tFlaHZYv/fCytDjB8NlE+LweNwnWDUhWsNctyl6whosjnsM3SZQylkfH339bbQv2r/x0qJyTpUW0Io9OGlOEBM2zjXxKx0kj9w8isD9Cpyhi1/5ytyFs4d3sFsBS8zEtRp589r/hKNVU+LSsdZieW1AoRWlQ2wc4lN3uPZ+yVi6AF2n0/FA6kR6LhmgKoxKsF6NUlHcqEh2eG/Aa0TcwkN530AnsnLycPLseRw6eQoHicgdPpGJY6dO48Tpc7R/Wzay6XktpH9cXCrv4oQVeJn2xJjqjzkMepjOJLDbo02/o0Ri7n+SDm7nw+qtCGBFuvElaUvvMRhDx0G4IpKEw7S03vrRXv4VyeHz/vGR1kqAwD20kl7lOq0KzdFa/QniHu+C2rQfJl8PLd+JVwdQevCFP1OKdAgSX9iGEQNm0uKEIXhl64tIG671q93tI9yyldOoy/BQLU6BvoURSga/J8LYzSulaKVe9dPlDd+GF9540CvVqumEyb7aPvlUS8EXVPkQ+TECn+Cc70oOJXfwzGzaZfJm1Fa4UOn4IP4S9xbejnuy9CJua9aswfPPP+/XMe1oISJpBmnjVyJzP5+6Fj+fpotet526BltPXIUfj1+FX05dhXpxf8Lab7/EV2tW+pXN5C0JwyhlSEl0KmnT+tKnJBNp0za38+B2nGJUkTo9VZjMqUbtuKO+rh0GvdOInp+1jQe1MZ4b5+mb6eny3JsTessz3LKpj0nAKCzAUpXz10haXEIndJ2zhKzmQvn6lK7opHibWYb+fgb56OMTizL76kWQTW081sDMM23rZS+PUR09/bbYS1BZXZ7FSJXuPd4SzbveoJbA8z5utSLC0aBOHTQ9dRStv/gQ7Z5/FC3/byLqf/w2Qn7NQHZOLk6fP68IXKWf4+azma3FQe20k9mQEXTmaIZdvpRSrfcr9ud5ZJURkVKHueuH0asoncXh9R59ub8palUUOfRAuSJ/Sq+e5vWKDqrzUDkt6F1vHBDPD6a3TZZpxM5IGAEs1nfzXUEsOI7ObDZKULbYHEqvIneMmx1mPjbqGCvlFvfRCkezDDo/dr3aL0/DXwVOVapcvx/GqyUOLpflTSkgEDgC5hX18RPtsZPFQSnzpHq7flr9YLx8LgtnibV59uP6L/FAtGGP3o/70vUynVH3wKosrFSRJieiJ3yJs6smaBG76AlYqfc7a5IB3IuPXfUsZ4lKiTqdVroM3Z563fK8xnjoDOSPeay3bjf+gXD0xc1X1qBXyBYDF76X5O89Nw4uHeK2evVqPPjgg3j7bc8pgt7PMRM3FOZStrSALvqxJNJWyBE3Kt167kZc3zx0vbIFnnq9J06E98ZBRzwO1rgKGTlXq0PoA5Whs5Mwds4czKFU4pw5XZHkkR6lw9sne6Ydk5fMwdjJE6HFqlKQOAWYx2ClU0QrcbTP7tBW+jlVqz3ArHuK15h4TE/ndmqzGhxUXQw6dU3RA2w8qXIUEmKGYvjYVOxgMpe8BHPGDqfj3q0K+ZQ2XLMvaSxS6DxFjewR6YpNRNckzfZ5RAzd+yd6tjEWqcO0nbI90rakNzUeWKAxSnAkEJyuTZ6GxK5Jrn/UxclQl/aUD3OqtHN0M9cctz2HjuHX775DjXkvo8GeNDSJbo3GrVsgavsm1Hn/NdQ++BtqR9RCnchaKr3KpbJG3HZlpNExoEP0UwNMB7Vz5IwuI3gWHROH9dvV33+eRf3Q96R4HJ0T6nFqgPsgeZazaWoaRhopVD4wfpYmP3PhGMylw+uZI6iNcHW9mbRxrveB9MHKiR6/XNmuLk7zGsc8eNvu81k/CF7Va2Q0jjbxVXJc9vgMgjrS68mXFcGaxmlP05YIgW0x63TLZtK2NIF1T9fIsCVmdhhb3Uc/fYl0Kz/ZR+MeGPeFU+WG/0bbcm0jZl8kpOZCEPD3feefRF04aWP5XMpCT9F0cO6DbPMgolZ1JYNB0Wyz1lniONIK2+dSX8DEQc6SJ25M2h5++GF060aLDgKUgnxKMeXn0rygQopyFNBrgf4D6ERYfYrERZwGap/C3j3nEEUHfXds5ECXlg50bVMD+TrBs1fBkZ5hSKU04lgQYSLuNcwxTicq+qihw4lcGZGqZCxJnY5JLsZDY+bpJI7mik0ea5AlHksEKFaPqjmGmUgONXHUTkW0vOo9ImHeVpvleS8+8O4LuAgTk7SunRTRpAyqIk2u+W2+w6iGfDIcZN9pdpwiezxPLt7te8zEyW5iqebQjcVwAxczFqa0bfKSVIyaPIqNoBibKV3LfeYMgztiaWlYgEp/X2UBhgbRbKRK2zY6gK8+fUvt48bnlbZo3ADt0n9AwzAn+n2RjNDcXHQ8dwYDk5ai1pljOLfiY5w6dw659OxWqX3c9IPaLbOmHTujd1qG77md6sd8k0ql3m9ewaAf8G7IUge5z6XD6Pm++BwYn4YMC06obmFR5XBQ0BxZGjmXwu4Wdls8H66D4C3a/FcNQgLPV6OIVdwkL1ITwBYfnXrEa1rnTS7SrHRbYbYiA2mEvw/GVvfRDkfuu34MErzn2A1KoDMx6L7YBVn9AyKtxUbA+zuv2IKqyECKRp2d6RnJpwSqb10VcdfDjZ14bUAt1L3kY9z6Js0jpLYS3Q7ETNqYvAQqKlVamKeIW0E+TQhXr9rmp7EdyLj84zTn7TDSdx3Ed5uykPFrAVK3O7F9lxN5fokbkzbtuIi1EztpZiTMRvr0VAzzWLQwFJOobgqlQTNmTEHqqAQ92uZteQZovr+pGJEzr+gZpweHAUnqr4J0TKcIlKswyYqPA8WgLIpJHkXC5kyxXljhGqgTpmQyaqzOqGISiDSlLS3b+W2utC2TXor8DeU0bhrSM5ZSzI4jgWSxWiDhxDyMVoS2oqdKG3a+XkXc+C8uXika/vMmhNasie8o7XXZokVoSZuarZ8wATWpvcaWdcikNOmBw8f4D0FVKmvEzeKhtK7ye54nHTe1fCFFnXqW/+rInZQC7bkYIzYFjpR5OOpzELx2hFbaSD1NyGlEa2RU7aCHOULoRYCYtPmzxUcnCVJEuIJg6cdfaSoNBOx/O0siEhRIhopj8ReaCnBZR5OkPjAuJYcjfQetOofTZ1ZhfAdNb4kRt6KSNn7cOb3kLMhVP5Qq4kavxq71kTULUbdmFs15O4bzmQexecsx7Nl7Drv35NBf5ef9rt7jlaOcnvNehKDmvXVNRKyJPSjCs2AapvlM6E9xpf0o74cFKaaok92/1fQ0pBjkTI1xd+Q0bLwtMbQTaFOvCFMihiVq2UjVK4bnudGcIdf8NpuxVtU8NiUR0/TFqkxiXalSbqNProWs6hw6A4sYKPhGG6SXP6diybQ0Xh3hQYLVghFisqkqxFfE4v3Hp/33WhEFa93NqdJunVupaBtfew4eV38gZB8+jKb6JLbj+/ZBrYOmvd24tGramFaiNnYtTuC5IZWxqBTo4mVaJM3qoHbdKZVS7WzaRNPHWTp/1Jz2tD3g3WugMcfOTnRx5JiiU7uWLfZLuJQ1HOWyOiCedVPzGCON6OOzqYI3CTbSmuZ+drbY6VRjtbNc00babMNiYDaI7CM5RiZY+TomAYOs7qMdjsrHuViqQqGm4jP30atdPpY8An6+78qEMJFHSo9O4MpEZ1UkiKWIY4mdnLBhwwb6kcvDpk2bXA/ymDFj/D7U/OPoLMhXP5JGUesTKGV6YP9ZhIRQfeEZIDsEW7cdoYeJd3OOxPGz53BxU/759C3jKKozZyzNqbKZTMVz0JJodamj73TtYFdO/XV1qIULTo+FmPHomsZRIo19jaX5X9bzxkw2DJ2E6VNiEesgRhU/FmNVxE2L/iWC9M22W+mppUppFBWOvs0m0mPa8sPHTSZI8UTd9KiWaud5biCKZTe/zUeIqWIoZlOkzzGMsGMLVHqZmKwudzbNa+vLqWH1me1b68JCEd9Eiq/N03zjz6n8OV33lVPHwwwaOJaikXYYmMzxeuvN09xPi/2YorRwqvSL5StgpErrdhykvriaRNVH1sU9kP3DV+j4XQpW3HYbnLQYIf6//8XySy7F2Uv6IpdWmIaHh7oibgZxO0cpVC61a9cuiinl15dTYiOnYdmu8RgfbXNQ+6BdWLZ4PaUBOVjvp9B8qE1TB9Oct0RaXTrd+oB3n4Pc9cPrKTplXWwOpLeTQ0ImxUWRDer4ePSm7yJtrhx9UGlIrd7Q1bMnv7M4CF5Fy7S5X2qeX3FShrzlh50tVjoNo/iViSB9pQ7uGYXtU6d62a5jRt2m07w07hOlxnK9lvMcP8tcr5FPu75MuKMosjhX169h1BtTN03X5z7qDfJSqgh4f9+VqjIRXikRKNdD5le/d58PaJxqqtf5Hgy7YQNyaP1BIaVQ6SAiNOjQCs1a1KXIRhgKHXl48o97cMcdd/qML04Fr45cQvvJuLker5CcgjgiKJV555DiYFGRxhiHzK9KPeZjFkdrS+qQ+a/Xfo+ucRfh79OWoe1F7ekPBgd+3bkfPXvHoeahPYha8BpqHdmL2rQ9iIP+qDiddR4H6zfB6TseRk6raBVtu+LSrnj/ncVEfi7C3IW/IPHey4jQhaNZs2aKBPL7YKYP+DhahhW88rHn9kn223jwysJpnbGpJCalMyG6H5h1obJKQk5JyCiL+1RWdpaVnrLArJLp4EPma9D3j3f5V16EOmR+27Zt3k3yuRoiUGIRt+JgN+D3b1oOW/vNl1j00SU0340XLOSrFaQF+ZQeLTij5hBpVwmlpDj1R4sS5s22NEUqqwECnCpt0bi+y1MjAswb7x4Jj8LRQXeh/qY1iEjbqG052Ks/nP0SUCf6ItQhUmbs4WaG6siRI66PkZGRqFu3LiIiIio0eYsePwtTB/ekjXMtNuFl0jYyrWpGX+QM1Grwr7xquNipkz5nu5Td4T82K/ofmqUMQYmILy0cy5W42SHT9+r+qmn9+vVYuXIlOneOxfnz5yjtVA9XXtkHbdq0sRtahHo9hZmipf6KnsArgirpekEI+P79eUHifAabU6VZe3Yisu0A1acxpUr5j4a8Ohchs20M8m74ozYvk77UOCpX49hJhNIB9BHhYT4yz549izq0B9yZM2fUHx8hdFh9DeobFubb12dwuVXw4oJMjLfSr7aDsGooZl1JkaWSklNMN8p0WFn5WlZ6yhS8yqPM3/ddaGiF/MmuPOBWEUtLbHFCaeCxcuVydInrhKNHj9B1FAcPHgi4N1zwdtA+bmt5hYZVOpTmfFnWBy9depYgAn4m65aElkYNG+Cu343CwdOtENW+Pzq0bqbExrRviw5tWqFtqxZo3bIpWjRphCYN6xOhq4c6tOs1kzZeVHMuO9vHDOPoK37li//ykiIICAKCQEAESvn7LqB+6VDhEajQ9P2vf51c4QEUA6sOAk8/koCduw8hY/dB0HRKzH1tLjq3C0fddj3QtFkTtGreFCE1QpCVRcdc0akJ2bk5yKLVpWojaZtSk7YS4TQpR9/kr2UbkKRaEBAEBAFBIGgEKjRxC9oL6VilEfCXOihJxxtE1cZlPTqqi8vR46dp+5kjROQOIW3dLuw9eBK1atVC6/at0axlczRu0hBtWjRX5M278PFADRs2RMuWLdXcNk6TVtg5I/rKSfP+ZLz1RcU+apROABicgYdtFzfwUU8j9RWSvMpSP3nA+0bJZ0GggiFQVt93FcxtMacICAhxKwJY0rW8ELD6Kiv91GOTRvXAV++e7hmQx0+e1aNyh7B45de0aCYfbTq0Rcs2LRU4h/ak48HR3dU2IEzaeG5bpSi84atBgtSqQjq/c1DFPNJIrX59kmgmnxZgA+6KxJEgtgbeFUP1p2O2qtWh9za4SHVlQMDq+64y2C02lhUCVY64LaLd7T9dVyto/PJP78P/ZhX/5NCgFUnHYiNgHMJR+lQtsImNGtRBowYxiszdeetVtHihALt+PawGXt3tajRvXEulU+vUqVtxI2yB3FSnIyRoe3d5RON4T6/ltHiBid12tWHrXD1M547QmSNdtG8Y7T2Wtti07Yd5SxHvSJ9BHlU9n3pAuiy2jFPnfg7RthOxdmUFls6l0wvomDsu6pitxXzc1SDZj8waMKmtQAjw9x1/1wl9q0A3pYKZUqWIG5O2fbSzfcjRVDz9978FBfXTz+0Lqp90Kn8EKuIXWVhoDXSO0aJt5Y/QBVjgsSmttukq6ETRxJ7bMYmWk6rtXPVI3JBZ9J4PO+fjpJhYqa1CEpGQ+TAyBrsjXcoaHkPETSv6QepE0MyHty9n4freYUbPEn1VpwUsBR+DasEDS1SVCBMESgKBivhdVxJ+iYySQaCS5HGCc/bwsRNqq5C7774b7Sh15X1F5H6Ls+m3IyL3e9UW+Hgi3ojXOEze+7Uv6IhTKWWAAH+JeV9loLZ6qVBnYxrneo7AYk6V8oHkFFUbSfP1eM5eFJ/TuX67IkDWh53TQeV0zLzl4fQ0xOcgdTuE1bFR1tE2uyFSLwhUFQS8v+uExFWVO1tyflQp4tascUO1s/R/6Ugi75KbdQyZ+2ahU7cwnDr4BvJzTwd5ILj5QHnjYNkkOhJKSpkhIN9kZQa1UqQiVAZBMxE6ReyKOcnf5yD1oh3efkEAMAHt3RnakpMLkiSDBYHSR0C+70of40quoUoRN464denSRUXc3lizw+NauOoTNG2bg9CaoWja/BTmr1wUJHGr5He4ipjv/V1WRdyqmG6og8WJ6HgdSG5rrOuw8yEYAfdh567+dgep2x3ezmnTKJuD1e2MUGMSKbnLZRASxrgPTFeHrsfFSJrUDjupr1AIeH/XScStQt2eCmFMlSJu5ojb/f07w3z1aZyCJpFZCM05gUa1c3F5vZVqY9QLL5xOpbRp8gz01dOqfV05VL1NT6lmzOhLE9bNKVY+vcGcgjW10VFchjzeRmKcfuY8n6vq6DuDjq7n4info81j/Dj9yHrP/p7jA9hqKe/C0QtGgnxxBYPSBfZRc9z0lChPU1MrTLWD3dPo4HGVKuVrMKVQWZVlf68oGvVPXMadbQ5vp+06eOVnUbcd4VWiWtpWs5kWjPqUQdMXgnK8yuaeT8ZhYVGV+EiUCkFAEBAEKgYCVWpxghFxu/rqazHry+0eCLc/lIrztC8Xn99bSDOmDp7ajWb1S4K4sZoUJE4ZhXTaHT+GCU7saMxI8D6RIRnTFgDxPvddO3JrYox2sL3WTO9jE9E1yYm1Q6lGySRSx4fez6Z0bfI4Rd7S17rPrWPSNiUuHc7ZvHUFj1+AUek0Xn0cByaTQyf6KLep8LbVTp57mwwbQSVSXWH3PysR7yqAEDWnzPKgK0qbWrRRdIu34rA8bN6qv1m06TglD53mY5asZJhgUqtKfcxlO81YEumk1K6+sLQCgCwmCALBISDfd8HhVJ17VSnixhE3Pt/0yJHjeOct71PjzduLAt3prq/f9FMJ3XsiX/MmQtGYmImYPDYRS9L5vVt88rhhwOQkdB02xaQzHWkpXTHcm/9k7EAqzaKbzKTNSubQ2bRcnMjbuDQ11y5tWl8sINK2dqIuSI1PwZxYBxINbWOH6++IZJrriUp6/7j52Gorz9twk2vyVhAQBAQBQUAQEARKHIEqRdw44ta7d286kD4HLy3/GZG/7Ubjb75AVkQkTg66BYV163sA2CeqpCJuZrEZ2JFKnw2exE3pMzAFSSp6Ns7cNXkJ5sTHYVIxbmsGKYknPXOIoMWnxtP/vZgiUbok52wY3E9TwflWI8LHNeYon26Ena2W8opheDGGSKq0GKCV5hA5hLw00RXZ1RwB+b6r5g9AEO5XyTluq1evxiODL8Zl3y7C/7d3/tFRXFee/ypjGzATjGOIHWc0BKKGY1leMsSRHckktjfgbWn+wGEtbzwRkJk5LdjJos7Z1R47EfYcbydOrEncyplZkLzYgMaOEUPQxpFkA8E/sJQgz0DwijbQbWSinPEPHCwwASOEeu99VdVdXV3VXfrdKt3KqUj96r377vu8duly73vv3vBuDNe//hKWRvaqMvPNCcJH5+pEc6uxkK0VzZ0BrEhYTOThKqOwZU2qCcX9trc0oqSi3OyY09QpWIgiMsla9HVtHCoNNSZl8lo5X6QWHR21ZE6VoGJrB6KFIfLA6Q309qEhn1fioOuw5Y0O3bSzQOTNNkpgRYwQEAI5R0B2J+TclOSaXifVwwAAIABJREFUQp7zuPGu0vnzC/D484dwU6wHM86dxWDfh+jqOIi9VGa+iq8dLcOtBEWR1bTxoFOJD9DaNLOZVhLeCiOKqfXPmxJ8FMYMI6rWpFkvPxqiYVrXRhsR1CPNS+anLQmJdmrxm2HZcYS2A228cSFP87Rp7X3IM2KlgTZa/2btJ/1zuq5cx9DHKi/dGE2XOPISsdNGzlAkCAEhMDkIyPtucszTRGqZ994HH8VPf2yfTGhH01PY8KDrFe0TOQ7VN2dO4HPcenp+p9a4nfz5Lrz5458AM2fgi3V1mLt4cYqO+17twObnjo4w5ZUWbizkjQN2NtiEU5m8CvAi3Tht+Og8fjptEOc+vozb5l2VVi4FQkAICIHJSuDAyX786fQ/SVP/u3+8Eq8smaXeh3IJAc963B7dvp9mdw6w/gdqlruOngWOclnyuuMznooUp4zNWx/k36Demk8ZjRAQAs4E5H3nzEaeMAFPGW6Zd5WmTzh73OTKfQLyGsv9ORINhYAQGB0C8r4bHY5eluIpw23lypXgu6npWTQ9s32c5o3Wf8XHZ63XOA0o57qhiKlcQkAICIEpQUDed1Nimkc0SE8ZbgaJysoHXEOprHRdVSoKASEgBISAEBACQmBCCXjScJtQotL5qBOQk8RHHakIFAJCIEcJyPsuRycmh9QSwy2HJkNUsScgkVJ7LlIqBISA9wjI+857czraI/Kc4cZHgvziwNWuOQ2c7R3hcSCuu5KKwyQgaz6GCU6aCQEhMOkIyPtu0k3ZuCvsKcONjbbe3l584lQ3NjzysCuYG37Y66qeVJo4AvIimzj20rMQEALjS0Ded+PLezL25qmDzDhXaX5+PlatWoV5+Tem3dP6X8O56P2Y1v8b9WxwcDDLnPHhupyNwHQbaaWytJTHo0mAgwfWezTliywhIASEQK4QsL7rJHiaKzOTK3p4ynDjc9w4c8K2bdvS+PZf+AB9vZuw8JYrceadJzHQfxaXXeUq5XRTcXVitbob5OiPNLhjXMD/ArXeY9yliBcCQkAITAgB67tOPHATMg053amnQqXsceNcpUuX3oknXz6eAv7qc/vhL7yIK2bMxKdvOIPte3fiVt9Xc3pyRDmNgPx7U74JQkAITBUC8r6bKjM9/HF61uO29q5FMN+3z+nE3OkXcMXF07huZj++NGsvBgYGhk+OW8bqUZoIo1aplO+x+lJTaFUrU52k1M1DMuJqE47NK0V9TFOtXSWO1++UMC0nnE8+0x6xrGRbTkKf8tlRB6WgRV7qZ00HHo+1D03Psfx/+RfoWNIV2UJACOQSAXnf5dJs5KYunjLcDI8br3Hb9NKxlPvE29347aGzeONAHw4fOoO3e3tcGm6dCPqSBlKpYVGxAeNrRoURRm0DQvSsoLpDD6tGES7pxnFlgHHdIIra9HBrNIzuMrOBZQ7HtiFg+q74G4wwLZU3hnSDjo0qH5orookQbvYIbiYd7OQVoLqD+2Z9DP0aMBGBYqKf9r/c/M9JtBICQkAIjIxA+ttOfHAjI+q91p4KlWbOVdqVMntfoE9dBw+7mFE2WjpQXcBV2du0GvXl9BnH0Y1ONJJRFzSkBFbQbwVgL1lZIxAgQ62B28W4bgC1htVTUI3aQBAtUVU989VehTwWpi7ShX/EWtHcSfI67BprhmZCp0SbDDogkzw79cx9BNAWH1uDTtZ42M2BlAkBIeBFAvK+8+Ksju6YPGW4scetuLgY589fxBO738T03/dgzv4XcGHadHy47OsY/OQ1KfRunz3UUKkPhSWdiLDB5WNR9kaL8pI1kJlHBlzp8Sg6yoc5aRzaLAMZRnHydLFXbLULQVZDM+SizVCrJPvgMYbqa+DXLNuhCpL6QkAICAEhIASEwBAIeCpUauwq3bdvH76z/Cbc+tpO3PBuDNe//hKWRvaqMvM94GpXqYmm8nSVoJCNtoKFKEKjCo9mvfS6LbwIji8yyEKNAazIFneMRtBZUqjZiKpvvX1BOSpKXPZtKJdJh+HIyzro0asgaz5Gj6VIEgJCILcJyPsut+cnF7TznMeNd5XOn1+Ax58/hJtiPZhx7iwG+z5EV8dB7KUy81V87WUXc5AaeuTwp+Zc8qOB1qqV+nzIM+KSgTa0oUyFSdVVEkZUxUoL9Lq8ekE9UOHXbHYb/DUIh3zwcQclAQRKNLEsr7qjDZG8ZN8qLJtRoKGvnQ5DlWcNldqFbA1dR/5TVniMnKFIEAJCYHIQkPfd5JinidQy770PPoqf/jhuq8OOpqew4cFq22e5WMiZE/gct56e3+HpzQ04+fNdePPHPwFmzsAX6+owd/HiFLX3vdqBzc8dlZRXuTiZpBPvZOWz87p7P0rT8N8//Bi3zbsqrVwKhIAQEAKTlcCBk/248drpaep/+wPglSWz1PtQLiHgWY/bo9v30+zOAdb/QM1y19GzwFEuS153fMZTkeKUsXnpg/wL1EuzKWMRAkIgEwF532WiI8+YgKcMt8y7StMnnD1uck0CAvImmwSTJCoKASEwKgTkfTcqGL0sxFOG28qVK8F3U9OzaHpmu5fnbUqNTbbHT6nplsEKgSlNwHjf8WpkOp9gSrOQwdsT8JThZgyxsvIB+9HalFZW2hRKUU4RMLZT5JRSoowQEAJCYAwImN93yd/FgBsD1JNWpCcNt0k7G6K4LYFE5IB/kfeXLSMpFAJCwBsEJFLqjXkcy1GI4TaWdEX26BAwv8nkrTY6TEWKEBACuUlA3nG5OS85pJXnDDc+EuQXB652jXjgbK8cB+Ka1sRUlPfYxHCXXoWAEBh/AvK+G3/mk61HTxlubLT19vbiE6e6seGRh13NxYYf9rqqJ5UmjoCxWFeipBM3B9KzEBAC40PA/L4TI258mE+2XjxluHGu0vz8fCxevATz8m/MOhc9J3+fsU6svhS+SC3lHTWlJOCk7y0rUssySpGHIyegvb7kJTZykiJBCAiBXCdg976Tf7bm+qyNp36eOoHWyFW6bds2VwwvZ8lVWlBdi0BjCMl0pJToPdSNcE3G3FKu+pZK7gmo3H1U3Xy7by01hYAQEAKTh4B6z1neeZNHe9F0PAh4zuPGuUqXLr0TT758PCu/r3w22/D9qAmHsLo1hmpOUMqJ3lGBrfSrXONMQNxt4wxcuhMCQmBCCBjvOnnnTQj+ydCpZz1ua+9ahGz3wMBA1jlir1tRsA7tVDPW2oyi2mpK8W5c5IErpZN26J9HfFe1p37WyqtU2/aqZL28Ki7hqx1VeaUmj57lc6wepbpsTb7RL9czySutRyxNnl5H78u+f0Nebv+0etvkfZbb8yXaCQEhMHwC8r4bPrup0jKby2lSceA1bobHbdNLx7LqXnxddsMN8GNFoAwt7SuAYBFWJJYasJHmQ3NFFPEOkwvOH0e1MshCKIx2gB116mqgM7Ab+BftWT2FWxPPbDWler4gitri6ODILBtxPjLyEjJLEFa/s7wWRKlKqkFZBlDbuB7V9Q+5f1ulpFAICAEhIASEgBCYQAKeMtyGmqu06+BhV+j9NWGEfGQIhaNQthdfHDbtDKDWbLRlksabGsoa9RpkdCXqdiLoy0Mw8Vl/FjuObpB8YzldQTVqA0G0JCy0ZLsAGWjmVXfNq30AGZTK4DMux/4zKZ0bz4xdVrmhjWghBISAEBg7AvK+Gzu2XpHsKcONPW7FxcU4f/4intj9ZtY5un22G48biSkoR0VJM1A+zMVt7C1TDjA2sNhTt9qkm+E54yLNG5dVcVXBaMfyyBPnM7x7nepZZ8Tkg8vYv7vepJYQEAJCQAgIASEw8QQ8ZbgZu0p7en6Hpzffn5Xu/l93Za3DFWL1qylKSseCmO02ZcwFEaqvgT9zzBOIRtBZUgjyg+meOnKIZeu5YCGKyA/X0t4Avx4qDTWSBy7h8jML6ETSTitBxdYO1NblobSevG6s23D6z6afPBcCQkAICAEhIATGnYCnDDdjjdv8+QV4/PlDWWEWX3s5Yx11jluQPFglYURT4o7crADVHW2I5PmQp8c5OWRpPvItIdxfg3DIBx9XLAkgUJKxW/2hHw3RMK1rM9IMax62ZPTTFGINtCXWshmS/Q1RHKc1eHnNrPtw+nej43jVMbYj8AJD2ZowXtTHqp8TG5djyUP6P5rW7EBfeNlYdWUv98RGLF9yDDV9tGAhOBut5X0YbxXsFZNSIcAE5B0n34PMBPLe++Cj+OmP7Q/329H0FDY8WJ1ZQg495cwJR44cgeZxs3VNpWi779UObH7uqKS8yqE5NKvCO2njFF6OvfvHNA1PvH8et827Kq08pwqUgfAQ0vy6xY/h4O51WJBTyo6PMspo23XvhI9/Dxls922hMU/huRifGZdehkLgwMl+LPh0esrGv31nEK8smaXeh3IJAc963B7dvj/r7N7xGU+dhpJ1vJO1wqXLk/hlZTUM2JhbO1lnYqR6n8CLuwqxIweM1mXhPvL0jXQ80l4IjD6BSf2+G30cItGGgKcsF2NX6b59+/Dw/Uuz3jY8pCgHCfSdvwTzfYY+T/qLDbjlQQSXz8bs2dod3KOPip/pZbNnB2EUg34LJspnI7hRq2e0Y2/W7OUbcYLF2MnYE0z0ZfSp6mfSJQW0pX9WzK4fp/5PvIhdiKDOOjbVv0lvu9/TZC7HRh6oua1RJzEmXSaX89gzlaeMM8O4UurZzIehu7lP1cZSN+gwF1w1halpnMQtba7djt/QO1Ff02e5gmj0qfeVVlcvMBgaz+XnmBDw5PtuTEhNXaGe8ritXLkSfDc1PYumZ7ZP3Vn12MjPXaDdv15c9tEVwaKD5PnhmCn/UbwviPK+crRSeLVwRx9209IvFVqkv9Z94c9j4/L7ACrvM5aE8R/hXcWI1JGBsqwAP91FkT819/RH2VZGGH3sZuJ25PXbZHi+6DNsdQkjufrsRHr/yhix05WWjtn1v55U6yqktWW7ldzE2Lg868Vj4nVpfZpOagwbcc+mrA01HhwXJe9n6kUyncrt9E9ZCGfDQ82H0YNZtk1dqhYO28yFmjuHcdKO+fS5djN+uzrLED74GIXyf4o969YjtnYX7j24G+sc4/dOrOxkS9lICNi/7zz1p3okeKQtEfDkt6Gy8gHXk1tZ6bqqVBQCo0ug+F7cY/yhXFaONahDbM8iRMjA2KRbTAvuuRfFD7Viz/pF5K1KlicVuRc19+7C2uWFuLfmXvrDTk9OxOxlkOHhuA3AThdyxiwz9FPeMkv/Tv2Qrk5jQPEifF5X3jy2rGC5L2zBltlbTFXX4C0sImPwISwhAzJxWQy0PZT5ZNGOx1DMbEyXU7krfnY8nGRnqZuiVKZxwmauubHT+C3la8joJ/s/eS1Yh02P0T8MZi8hm/YgdjsabfzvCnuGKbrLByEgBMaFgKdCpeNCTDoRAjlG4PPralBYWI515j/KOaajUmdBAQqtepkMOeujtM+8XpA8bn2JW/cImsvJi6R5HfXW5MmsW7QpnY1TeVqnwygYqWyncZIqtnPtNH5LufLWWYazoCBtRtIHPNLxpEuUEiEgBEZAQAy3EcCTpkJg1AjsacUW9npRyLOQPCU/1Re2nXhxF7rWlJPn6x7ytyTLU/ulsJc5jMcGkp0Mt8oaupg9MHb9O/XjVE6+NvYbvmhYD28do8hpgbvdtRaZrobCHqfWcuy2xv+cyg2hjvqberXjwY/tZDvVtRtE1nFa5tpOhusyDn9y9H0HCh9aq60ZtLa1G4+1jnwWAkJgXAl4LlTKR4L84kD6dmonqgNne+U4ECc4Uj62BFJCWWvoD6h2RIi29og2LKjeuVwLcK7bxGuSjHJ68ph1zZahrrF+KV2G44AcdEnWX4C0/jn0ptZJpffjVL5u072qvgpsskdILeSLpYX7zKHPJcuhjg9Jlam3z7jGjdjZHtDmVD4UfjY81HzYybapy+xs49bWuXMzTodZTZnTYjxGa9gWgNYzqovXJ2prJlmNZTtaMXtJEAW0BjJVLbvxOPQnxUJACIwLAc+d49bb24vDh7ux4ZGHXQHc8MMXxHBzRWr8KxnnuO1541Ta5gQ+zijnz3HLhMy6QSBT3bF+lku6WMeay7pZdZXPQmCEBPgcN7UPy7IZ6/sD0+UctxGy9VJzT4VKOXNCfn4+Vq1ahXn5N6bd0/pfw7no/ZjW/xv1bHBw0OVccj5QymBAB8Kqu7SeMo7KJQSEwJgToAX0u3Pg3LcxH6d0IASEgBBwScBThpuRq3Tbtm1pw++/8AH6ejdh4S1X4sw7T2Kg/ywuX86c8koJ4QTtlNYqUhtXp1areyvQ2p7WhRQIAfcEcskgySVd3BOUmkJACAiBKUnAU2vcjFylS5feiSdfPp4yoVef2w9/4UVcMWMmPn3DGWzfuxO3+r6aZdLJ07Y6iCJrDtKCamTLK59FsDwWAkJACAgBISAEhMCQCXjW47b2rkUw37fP6cTc6RdwxcXTuG5mP740ay8GBuhg10xXrBXNnQGsSGZ2t9RuR1VeKer1uCknpc8zfSZ3XUqItardEnJVodcqKOed8uwZ4Vi9jJ5U2YRmrf20V5nCuFXiCsw0pfJschJQWSGMjAuJFBOTcyyuteb1feZMDK4bSkUhIAS8TMBThpvhceM1bpteOpZyn3i7G789dBZvHOjD4UNn8HZvT3bDjWe+pBA+V9+AdtQ1U/VEXTbSfGiuiCZCrA3+AlR3cLi1DQGqGY7y7w3ws4Hma0aF+kx3GxAyrEGqV4JmtCYW1cXQGjH3A/gbjDAuyW0MJQxJV2pLJSGQ4wQSiemN89vst2NO3CisBhZ/nm1OH8U7OCl1mbXexGksPQsBITCJCXgqVGrkKn3//T/g6c0NlmnpSvn8BfrUdfBw9qnrjCBKtQqy1GyvKgNq21BUFtJq6t662o5sLal67Di60YlGXx6CRj+BFYkeKyqKEKxrR3UDuf7a69BcWIEiMuYSV3sV8soa9Y9kEGbRVR4LgclDIHcS0zsyU2evtVIWBzpjmG4+e49PAT6WKOBMFouwXq0ldJQiD4SAEBACrgh4zuNWTPn87r77bjyx+01sfKoNO761HtvW/k/U7/yNKjPfl7OFSgvKUVHSiJZs0cdoPUJoA9tVw78CaDM2P/BPs7DyGoS7W1RItb2lGxXlC5PdcIiVbEatbRThpMtv+KpIy9EhoDwvdMaZ+c6W1D2ljZ5gPk2O4b2xT1KfElY0PD+6DNsk5eOdvFzRZS9Uko3Sy3bsLhLTm2fL8Gpx7ldH9jbJ51mGlbMKU2p6ZkzGTiefla+JIKYfLPzWMcrHWlOISLIAuPceLDB0039uDFrGb9WB8qUm/rlpy8YUSlXP9e8Lab1xufZ7ynfBGnY19DH4ZUgiv8ek62xDjmpv9x3k/mcjGdFmhuSB3GP978HGC5nQwQ1388TL70Jg6hDwlOFm7Crdt28fvrP8Jtz62k7c8G4M17/+EpZG9qoy8z2QdVcphTZrA2gsy0PK0jEyluoTxlwngmUU5qyxWG260ZcMeWb4UhUsJA9aoyk8aq1bgPKKbnpejxbUpm6MiEbQaYRzlZfP2lY+TygBp3REnNR9k56+accabKEE83tMyeE5rdPBxyK4z/jrl5IGST8k1VYGeX3W7U6mhdpRiIeMNAxGknLqJ5mQnug4lQ8LnHaALHVKvdAfcNvk5aak63r4M7yM/lDrid3Txq4S02usUphk0m9ZWGPAKbAMdmnHinDmgC26FNb1IRTSwbgqpVYidZab8VAqKkqZukulhDhBK1spHyvlni3c9aJKMbWndQsKC9gXZ7rocNxj5ab5V+moUhkkdXBgozx9x5Snj718hWtot7vKuPEWjrEOZFitfaiQDnDW+tlRqNVNVcT4ZGZhrUFjivABvmYueh3b7yAdOFxD32lNGQaALWtqtLRjdt/jRHdmHdxxt2oqn4XAVCDgKcPNWOPGHrfHnz+Ed2M9uPje+xj88DS6Og6qMvPt6jgQfwPi0TC6yXhLnOO2Gig32Wkl4a02u0x5PRuFToO+RDvnfQN+NFAfMNXNs1QuqK4lWRRIte6U8JM3jgKsPt7EsDqCIvG4TY7/btOSupPHZo+WHH69fnS9SsK+hRLMO43IToayHUyeDTZMIjE9R6WRpLwViyghffJyKFcn7+teIbP3x1xu8tYl5Knk5WR0UvLyXfdSnlCLzUJWhkpYb4xTtdMT1tuO3ZqY3mCSTQ/TCO1+TSROt3toLss2HqrLc6Vio2psnMaL03uxocRGzxqUW7MkkAGTGD9ZfSq/qoVBQgVHNklPH3v5ytcvQoSNJa7PqcTYsMMWmgfN+7YsbM2KkBxkZhZkCKauNEk2dPoOkuG6Rp8nNlzXpAFIh56mgwvu6VKkRAh4n4Dn1rgdOXIEPT2/ozVu9+Pkpf+GN3/8E+TN+RRW/ugRzF28OGVG973a4W6G6fiPjni1TV0yuPgI/8TFn82eN+25dbUdbSew1CMBDn0k5Zn7MrfXNjzYaWejsBR5ncBbZLTdtwv3kndkt1pwRZ/XJgetkpQfA3k/YmRgZClXKam0NFwpctLKyVtkST2lJS93+ms/hElQxofluGvDkHOhh2NPeuL03Z9nQ4uv9LRUnJLLuLKOh/VkQ6UcKCxfp5qxLffiCc37dU9C0uj+wp6+1rf24FiE19BRPtsIeTrJfjR0CJO3LayHe+9T6dNsjLc0FhYdleF4L8mncmuWesfhsFF5H3kACcgWMlx54W2mtg46ZOXu2L88EALeJeBZj9uj2/dj66U56Fr/A3T9zQZsPHoWXGa+vTutMrJJRSBbgnk3gzFkfJ4qm7wgKkl9SnunJOVO5W46t9bhkFeG5OV2SdcdE7uPIDG9VS3js1PidGUkUrZRDpcmQqXcKMt4lFzN+1VXRyFwngO6SBx2ra1DhNe3aUWZ/18x2EXGnlYtMXeObHRPX53RxwJlLLa2QtOBjPbgRhZGc9t3EI8VJ9fhJRRxYmHSVG22cDMG4zuoD3bZ+scQue8+RB5bb8l/asHgqIMb7pmRylMh4EUCnvO4dXV1wX5Xafr0ufa4pTeVEiEwMgIpCcCzJJjnJOx2l4OMmsLZFOJUadxRvGaNFoazaz/cspR+h5O8PN27xcbSyBLTW/XINDibxOnsmdTX2KnTRhLeITIeXCVj19a5dUXuxSbDSmN3WBetb6txZbZRp2RgqWTvs8Gzl5w7a+J5/r4Y8XSyDskyv1fvlI3FLbsW4aDqkj48tAT6V4EciAc1L2wKGhsW5ufkCVvyEJv+STn8eO3Ge7Cb3YgO30Elgg30YjL67sk2fjsd3HM3qyu/C4GpQMBTSeaNCWtqetb13L3QcU6SzLumNb4VPZtkXg9fbkpbLD8EvqMhYwjdSdUpSoB3ebaWo890dh7vVF2LTWS4vajC8I7fY25bR0bkSL7nUwy7JJmfYhM+zOF6yuNmMKisfMA1jspK11WlohAQAkJgahHg3bmWjRW8a1kdR5dpzRo9VpsSavrchYmnFlUZrRAYEQFPGm4jIiKNhcBYExiNg1hHQ8ZYj1Pke5tAlu/gsnBf5rVt3qYjoxMCY0bAU5sTxoySCBYCQkAICAEhIASEQA4Q8JzHbefOnfjFgatdox042ytr3FzTkopCQAgIASEgBITARBLwlOHGRltvby8+caobGx552BXXDT/sdVVPKgkBISAEhIAQEAJCYKIJeMpw48wJ+fn5WLx4Cebl35iVbc/J32ep046qvDJKRmV3UTL3aIdNxgS7ulImBISAEBACQkAICIGRE/DUGjcjV+m2bdtckXGV8gpsoFHSd3MC+HgbAq56kEpTmoA59ZSROmqyJJmf0hMngxcCQkAI5C4Bz3ncbr75ZixdeieefPl4Vupf+aynhp91vFJhAgikpWXSdeDk3Jy0m88m5fOuKMl8eV85WvVDYHfTEQx8XtYSSjLft57qmOWwCDIK62xlUEojTjKvZV3SZFOS+XVKRjEinMx8WYF9knlr+QTgki6FgBAQAkIgMwHPetzW3rUI2e6BgYHMdNw+jdWjlJO8q7sK7aodh1lLUd+efFZabzoBP1ObRDVdhv65vcqU6D6RhJ7rmMrV79SvapNZB1fySutNmSJjqC8192X0Q10NeTypY0voatLbLf5JWc8uOXeuJZmflGBFaSEgBISAtwl4ynDjNW7scVu1ahU2vXQs6z06hhsZIL5mVBjh1DYglDDQOhEMAVs5zBqlLMvB1UmDyrGN8xfO32CEbClU2xjSZXF9czjXGsZ10oFS3WeVR7I6I4imqGT0Ze4nEwPn8ciTMSDASeaXaEnm+yjBeGrOTUrLxEnmC8spyXxq307lY6ChiBQCQkAICIEREPBUrJDXuA0lV2nXwcMjQKc3jR1HNzrR6MtD0JAWWKH/RkbO1mrOGEhpA6tRGwiiRVlBmdqQoWWWxUaZIbe9CnllxlYJU7nx3Pangw6slKO8pA6Btjj8CblRRDqLsEINyHRlZJBhPMTNcaz0bMpcenLugxSqPEZJuX+6Zx04w5BKMr6mhg4xjaEuGwxDBhlku9KSzFPm8cTFyeTpQ1r+U5tylb/zGGr6KPyarX95LgSEgBAQAuNCwFOGG3vcimkdz/nzF/HE7jezArx99iiFSmmrQlu8wWTgcNdawDSpRAzHu+mTYdM5tjHvVuVwIrns+OJQZBmoHzakOGS5Oina9W8mHTLKM3Tgfigc6tN3z7a3oLGkEDW2/TkxcBiPkpH5GbxsvDkk57ZNtJ5mZOkT4CBjzJPM286/FAoBISAEhMB4EPCU4WbsKu3p+R2e3nx/Vn77f92VtU7WCgULUUS+tlB9DfzVVldUJ5pbY6jm8lgrmjsDqFXuq0xtHHqMRtBJRpOPHytZQIVD1dRiBx3a3crrRIS9hDSE9pZGlFRENQ+iuZOMDFwp6c1K1pRAxmfyZKVtNjAIcJ3EzgK90CrHqGvdsKCXc6ohcpLjA5KCAAAeH0lEQVSlXbtVgkn9Msl0KofSJU2MFAgBISAEhMAEEvCU4WascZs/vwCPP38oK9biay9nrZO9gh8NtH6t1OdDnhErDbSBHHB0laAospo2C2hhv2TYMVMbhx79NQiHfPBxJyUBBEoc6qUVO+iQUZ4phMlj8bPnzUfmaRjRBqtxyh0OYzxpeloLplCo1Dp0+SwEhIAQEAJCwIFA3nsffBQ//XHc9vGOpqew4cFq22e5WMiZE44cOQLN46Ysp4zXvlc7sPm5o2OU8koLcxZO6CG9uaBDxinI+JB36fL5eXveOAXkpValYtw276qM7eWhEBACQmAyEThwsl971Vned98fmI5XlsxS70O5hIBnPW6Pbt+fdXbv+IynNtVmHa9UEAJCQAgIASEgBCY3AU8ZbkPdVcoeN7mEgBAQAkJACAgBITBZCHjKcFu5ciX4bmp6Fk3PbJ/gOaB1X/HkQRoTo0wu6DAxI5dehYAQEAJCQAh4kYCnDDdjgiorH3A9V5WVrqtKRSEgBISAEBACQkAITCgBWeQ1ofilcyEgBISAEBACQkAIuCeQkx63TZv+N772ud+mjSI+GMe/nrkL3/iGe49amhApEAJCQAgIASEgBITAJCUwoYbbr371K0w/vSMN3T2LZuK6z96GWQv/Rj178OfAv507hJ23H8R/OMlpqsRwS4MmBUJACAgBISAEhIDnCUyo4fbnV+xF/q0LMH3uLSmg9zT/DJ/61Ds4czikyh/SE2LHL3h+PmSAQkAICAEhIASEgBBwJDCha9ymzbhGM9rOUk4lvv8YA86/hWUV38BLrx1G179RMvbj/55yO45Ef9BelYe80nrK5mlcfAgt5dtMFHAWAKpTZc0lmk2yPBcCQkAICAEhIASEwMQSmFCP22Vas4Y4p53in/TjMv3fFX+ijLcV37QPh+7ZuQs3Z2Dmb4gjWl8KXykQ7ahOy6vZXuVDM+XbjKflFc0gVB4JASEgBISAEBACQiAHCEys4TYwSAbbABls9NO4OKUH3xff1tIcGRk+Bgdx7iLVdXEVVHcgCjLeqhbqOUO1RuyNCxVG0SFGmwuKUkUICAEhIASEgBDINQJjFip9+eWX8aMf/SjjeC+TwRaPXwLIKFPGG/8kY+4fn/8k/vGXdBs/+fe2a7DlV9fh2MWv4B83/h91Z7rYeGtDGYVEW1S1SF0pfWozGW1ayDQlYtpepYdZ9fBqez1KKV8m58wsTcRaraHX1M8qVKu3SQ3H6iFa41kifGuVZ4wqU7mpDyXPCAW71ztGXslkO+7TST9+lOTAYzOYpYalbTgYIeuU9lXQgtTW8Zk/a79nml95JgSEgBAQAkJgKhIYE8Nt3759+Pa3v42nnnoqI1M23DDYT9HSy3QPYpCMtsFLmldt2sxrkOnOKFh/6G9oQ6CxEY3oRGNjEdoazJkMClBdG0BjS3KtW3tLIwK1Rni1E0HaG7GVvH/xaBgIrjatk3PunUO1nAg4Hue+Q5Y2JQhH9WfOIlw8MeTYyXKjdzvqmoGStJ7s9CMjyhdEUZs+LmLRXaYZimqstREKS5vXFAKGZzOuQtXcvhkVatx0twGh5ILDNA2kQAgIASEgBISAEHAmMOqGGxtt69evxy23pO4UtVPh8sAlMtb6MUAG2wAZbwMDl8nxpsVG//qvvo5Mt5281DL2IJWhOxxGgEwU+oGyPMPbo9f0ryDjqiXhAWrpDqMmYdtRm626EVdQjdpAJyK0f0K7yDjyGV6vMjIMTRd77ZQXzFJOwdtIZxEWFthpbpaX9GjZ1cxelklvrXV7VRlQW4uiFGEO+sVogwgRXGFwsbLwN2jGm8mzmRKOVu1N4ysjMzoBMgPH7AOVGkJACAgBISAEphyBUTXczEYbGy/ZLhUqHbykDLfLA3G6+ae23m2QwqaZ7syy2WjTNiF0VC/UqpY3IBruRlmKd8iPGipjD1CsPoTuivK0zQxa4xiOd5t7dPB4cUiQbKI25XGLImx2abW3oLGkED5bxU3y2sgLGEr1YNk2cVVo1ZsaResRopBxivORZWXUL3NnMYJT0t2tPJv0w2SYGe0COhPd65bo3IFj5u7kqRAQAkJACAiBKUtg1Ay3oRptTJy9a/HL/WADTnnc6OdlXudGVyajjZ9lunjnaLDIvJ5Nq63WvRUFadNCMjxaUF4BNNep0GFFudkd1onmVv0MkVgrmjtNXienzqMRdBrGmWqTrMhh2BJHw9BJ4HDKM+lNHq4yClsm3YqJDhz1K1hInrlGJCLKZJyGGpMseK2cL1KLjo5a5dms2EobQwpDyeNW9PZDD4+a4A0Hg7QRAkJACAgBIeBBAqO2q/T111/HpUuXcPDgwQSmNWvWZEQ2qAy3ATLSjK2j2v4EbpTNOHMSXEWevsZAG+0mNa9nS9bmdVlt6qy3sHZcCIf+ivLUxoV4ShizBEWR1RTy1AyIAK3xspdo0sRfg3DIB19ekBaQBRBQHjfN+xcE9ddgGyelOlrIkFrRxV6oBrU2bHhXZr1LwluRuqk2m35+NNC6tlIODSf06yAWpnYdTMZkDLOBrDZpsKetQW/vA2NRl5qf4Y1OWgkBISAEhIAQmMoE8t774KP46Y+ThpMZxo6mp7Dhweox47Pvn/82TfZl8rwdO1+Kb636Rtozc8HT236Gb69Lb5+xkcNDXkzfsiJuCh/yrsYQCqMdFiPHQUDOFE9Wve0BcridNzTseeOUdjSMqRqfGHPbvKvsG0qpEBACQmASEjhwsl/7B7JlpdH3B6bjlSWz1PtQLiEwah634aC8+5v2R3oco6M+2DAbl4tDf7QpYat4gMYFt3QiBISAEBACQkAIDJ/AhBpuTmqPlifNSb5Wrof6Ojk02eGwKSGzBHkqBISAEBACQkAICIHxJJCThtv4AKBz3DrisA8E07queNYVbeOj5pB6max6D2mQUlkICAEhIASEwJQlMGq7SqcsQRm4EBACQkAICAEhIATGiYAYbuMEWroRAkJACAgBISAEhMBICYjhNlKC0l4ICAEhIASEgBAQAuNEwHNr3Hbu3IlfHLjaNb6Bs714ZlPAdX2pKASEgBAQAkJACAiBiSLgKcONjbbe3l584lQ3NjzysCumG37Y66qeVBICQkAICAEhIASEwEQT8FSo9L0PTiM/Px+rVq3CvPwb0+5p/a/hXPR+TOv/jXqWLTtDfameSD4lv+lET1mm/vkAXl1n/acpu1emhpZnLKcUlMJVLiEgBISAEBACQiCHCHjKcLt+zqdw5MgRbNu2LQ1x/4UP0Ne7CQtvuRJn3nkSA/1nKUfq5bR65oLqjjaVfzO8tTrLOW/jaehk68ucuN2cDSLjUOWhEBACQkAICAEhMAkIeCpUyh63m2++GUuX3oknXz6egv/qc/vhL7yIK2bMxKdvOIPte3fiVt9XJ8EUiYpCQAgIASEgBISAENAIeNbjtvauRTDft8/pxNzpF3DFxdO4bmY/vjRrLwYGBobwPdA9XfVVlDxdC0eWqlgil5ehUU8Un2fEJimVVmkibFmlp2DXZFRVlZIMLnOSqauVJsOhr4yj4AwRedB0ZXVJfxX61ftuT+qZqGOVl6JHHpLhV+t4qGGazizMpp61D/ksBISAEBACQkAIZCXgKcPN8LjxGrdNLx1LuU+83Y3fHjqLNw704fChM3i7t2eIhhuz7EQwskIl+o23BdAZrCOThLMV6CHVKJU3cMYFMlR8zajgz6ouEEosGOtEd+FWKm+glk4yudxOhs+mL+sck44+Y50bG4ecIaINRUpXklkGtHUYoV+qGwK2so7RMBBcbbOujfUIoqhNHwvV6y4zr38zj8dOZ2OhnHXcVr3lsxAQAkJACAgBIZCNgKdCpbzGraurC++//wc8vdmaNb4rhcUX6FPXwcPZ+Fie0/qxGj0Vln8FrX8L4TjZJf4CS7XYcXSTkddIBlTQeBRYof9WgopycwMHmcgkI5PaWu7V6hSdyLhsayEvXxkCZIAlk3mZ1u8VVKM2EERLlGSb26qxBFBrNEqrZxrPkMadaQzyTAgIASEgBISAELAj4CnDjT1uxcXFOH/+Ip7Y/Sam/74Hc/a/gAvTpuPDZV/H4CevSWFw++yhhErt8GUqC6At4VUz6rVnamDzbDRk2Ii1LYrheDc9MOxL2zpuCsdTZzf6SB0hIASEgBAQAt4h4KlQqbGrdN++ffjO8ptw62s7ccO7MVz/+ktYGtmrysz3QJZdpcOe5oKFKKJVb8nw6DAkjYaMRLd6iJRjtmXGejt+2InmVj2UGWtFc2cAK5LuOK21rkeLYXPSGrZQo009rj2qOg+DmTQRAkJACAgBIeBxAp4y3Iw1bnfffTcef/4Q3o314OJ772Pww9Po6jioysx3tuNA6kv1TQereTF/psuPFQF9bZlauU+hSbVmzJfYyJDYtJBJTMozJxnWvqwCzWvceFNCO21OKEN3uIa08qMm3I2yxLl0JSiKrNZ0VOvYjHV3ZpmaHt1l+ro5tXbPrh63cdLZqqN8FgJCQAgIASEgBIZDIO+9Dz6Kn/44btt2R9NT2PBgte2zXCzkzAl8jltPz+/UGreTP9+FN3/8E2DmDHyxrg5zFy9OUXvfqx3Y/NzRKZryind6hlAY7UDqerjcmVnevcubO/a8cQrIS9WLinHbvKtyR1nRRAgIASEwQgIHTvZrrzrL++77A9PxypJZ6n0olxDw3Bo3Psdt/vwCPLp9P83uHGD9D9Qsdx09CxzlsuR1x2c85XBMGZt8EAJCQAgIASEgBLxHwFOGW+ZdpemTxx43uYSAEBACQkAICAEhMFkIeMpwW7lyJfhuanoWTc9snyxzMEF68vlz1p0IE6SKdCsEhIAQEAJCQAi4IuApw80YcWXlA64Gz5UqK11XlYpCQAgIASEgBISAEJhQArLIa0LxS+dCQAgIASEgBISAEHBPQAw396ykphAQAkJACAgBISAEJpSA50KlfCTILw5c7RrqwNneKXociGtEUlEICAEhIASEgBDIEQKeMtzYaOvt7cUnTnVjwyMPu0K84Ye9rupJJSEgBISAEBACQkAITDQBT4VKOXNCfn4+Vq1ahXn5N6bd0/pfw7no/ZjW/xv1bHBwMAt/PqS2FPWJtAkxykJAGQRUdoSRXCzXWU6svpSyGZj7HUlf0lYICAEhIASEgBDwCgFPGW5GrtJt27alzU//hQ/Q17sJC2+5EmfeeRID/WeRLeWVVUh7lQ/NFVHEG0bjGI0SlHSHTEah0Vs76oKd1q49/NlqHHt4qDI0ISAEhIAQEAIjJOCpUKmRq3Tp0jvx5MvHU9BcfW4//IUXccWMmfj0DWewfe9O3Or7qmt87AUrQxvio5gfqqgIKsl7tVlmewsaAwEEGrtd6yYVhYAQEAJCQAgIgalBwLMet7V3LYL5vn1OJ+ZOv4ArLp7GdTP78aVZezEwMOBullur4GuuQNTqaYvVo5RDnuquQjuloudQakoktb0KeYmk7qndFdbUoihYR+2Mi9qHuhGuWZFSsb3K6MMcXtU9VfUkX9ehNBnThX0bEmvSubS+PjUUnDYeVkPvpz05Vh6fFs7V9DL3a5avMTHJSNOVZZehEZ0I+pxDx6nU5JMQEAJCQAgIgalLwLMet00vHUuZ1c+9243zfziLT1Dy3kFK4/vOmR5cf40bw42MCgpdBtriKEiRSEaHrxkV0Tg6+AEZaGSfoaM2gLyWdjT4tXBqe0sjArXWtoYgP1YEytDS3gBVPdYKkoitJC9i6svfEKfwLBdoieHra/x6YnjSLVJLiYfpIRuIZWQEVpMsqmnfhnUOoojG0kGV2PjyUd2w6stuPDH4q/kZ9RMiw5USHBeofvLQHaaQcZwUTek3iwwbXRvibZRAPreT3Ss8cgkBIWBLoLnrJHZ3v4t3z3xs+3wqFt5wzXQsL7oBFcXzpuLwZcxjTMBThlvmXKVdKSi/QJ+6Dh52gbcE4bYKNJfRZoFoh24wUbPYcXSTQdNInqKgISVAnrLqFQiUtaCdvHN+MoZausOoUUaX/eWvCSO0uh4xspCidWRUKSPPsvlBGUeNugDSJyGKficjTl1+6hchHKeNFH7dkExrwzqXhLFVb1JQXYtAMKS1dxqPekr9bK3WDFfVTzcKy3Uz1twvHJgYMpx01TSQ/xcCQmCSEfjZr3vwLyc+wrV33o78We6PYZpkwxyyupfOnsf2Xx+mddQ9+MaX5w+5vTQQApkIeMpw4zVuxcXFOH/+Ip7Y/Sam/74Hc/a/gAvTpuPDZV/H4CevSWFx+2w3Hjdq4qtGR1sEeb4qLCTvVnJrQgBtKZ818TXhEFZT2NJHhlR3xVaLp84yHQXl5GNbjVay1ZrJyNtqNfI4fFkG6idO/XIodnWm+dSeDaeNamk3nqHuoB0NGdmHKDWEgBCYeAK7I+/h2ru/jIJrZ+B/fOrixCuUIxr8wxUzECtZjN37fi2GW47MiZfU8OQat3379uE7y2/Cra/txA3vxnD96y9haWSvKjPfA5cvu59LfwOi4W6UGevVChaiiFZnhUzrygxhBeUVZIXVoa4ZqDA8U449FaC6tgjBMvLbVZSnG3nRCDpLClVIU4VS3Ww4dWrDOncGUafbYrH6EI1AvzKMx1F164PRkGGVKZ+FgBDIWQKnzl7ElX96NRlt/biSlqHIrTFQPIgL85FLCIw2Ac953G6++WbMn1+Ax58/hJtiPZhx7iwG+z5EV8dB7KUy81V87RAMN2pYUN2BtkgefKVAtKMaDdEwSn0+5Bmx0gDtOuUNDAXVqC3K03ah6hHFjBPnr0G4BFhot2OVn4V88HEnJbTblOplvRzb+NHQRmvwaI0aG2wl4TD52Mi6VBc9sx1P1t5MFYYjQ1vnV8YhZ4PfULqUukJACEw4gThFBOITrkXuKEA45BICY0Yg770PPoqf/tj+W7aj6SlseFCtTp8UF2dOOHLkCHp6foenNzfg5M934c0f/wSYOQNfrKvD3MWLU8ax79UObH7u6JikvOJdnS0r4rRJIYfRcUjVF0GtTbg3F7Tm3bL8B2HPG6doA0OqRvxivG3eVbmgpuggBKYsgb984hXkf7MM9XNpx77lv9EpC4UGPkDvp+pTM9D7z2345XfcHzt14GS/9qqzsPz+wHS8smSWeh/KJQQ863F7dPt+mt05wPofqFnuOnoWOMplyeuOz4xRpJgMopDderWU3if+QztthuikzQoqDCuXEBACQmAYBNiWGBSPWwq5QWIiNtYwvkzSxBUBTxlumXeVpvNgj9voXrx5wIdgJ+3CpB2obqKko9t/NmmGfkY93kig7xbN1lSeCwEhIAQcCHD6wMFx9Lj1bLwHxd9LnhTwpe8fRNs62r15YiPK1gH/9OI68F7ORL3VO3Dqia85aD/6xWy4ySUExoqApwy3lStXgu+mpmfR9Mz2sWKWQS5tNOiII3eDy7muXwa08kgICIGcJMCr29i7NF6r3E5s/E+4/f+uwG/+8AIWKCJ78d+vW4Ky+L+i9R4NkfIAntiEv/veTfgZ1fuPVDyeYcZ4nJZ5yKq/nPy+ekEpTxluxoRUVj7gem4qK11XlYpCQAgIASFgJaDCguNlpuzFP9UC/6trLeYrY5Gvr+Efun6Av/y73XhruaZcPP4WGv7rd4HQ67g7Uc+q+Nh9VkaieN3GDvAUl+xJw22Kz6kMXwgIASEwbgQuUerAMx+dG5/NCW9H0L2kDJVzz6HvI9MQ534WC17fjf/3Rx8GXv97fHkOGW1L/h67/+p6qndu3FgYHfHmhEu0oUAuITAWBMRwGwuqIlMICAEhMEUIqM0J47XGLT6owrKqvxS+KmBLz+j5XzyMF/7lbrzyn+/E/9x8J372rc+N+0zI5oRxRz6lOvSc4cZHgvzigPvUKwNne8fkOJAp9S2SwQoBITClCfCaslRDaoxw/PkC+A79FC/3fAuVnzP18fYJHP+LAnxLVyIen4dv7tiCWMGdeHh+D/7+q2Okj4NY2ZzgAEaKR4WApww3Ntp6e3vxiVPd2PDIw64Abfhhr6t6UkkICAEhIATSCbCna5AslcG88VjUtRRrvvdTlNc8haXb1+DPlTqv4NGvPQp8bx/+LP6SKtE8ckvx8JPfwC1/813cfTyEO9JVH7OSQdmcMGZsRTAwRgeZTQxazlWan5+PVatWYV7+jWn3tP7XcC56P6b1/0Y94/+4M1/tqKJDYPOq7PN1xupLkZdHyecpsbv7i2XqbfgA3CG35574WA/Si3Xj20jD5V4JqSkEhIAQGB0CRuiSw5fjcP9Z5Xb80t+K8oWfxy3q/mvEG6PYWpmvzpNT+1sNPZY+il9+9xjWLfweXh0H3czjl80Jo/P1EinpBDzlceNz3IzMCV/5SmpuqP4LH6CvdxMW3nIlThx7EnPyv4bLrnKVlqCkO0TGmR+pGanaURfkxKFuclClg1cllBqrg85RG9Klsh0EUdRGLycjKwOV1ZNtWT2sLA1sSIZQSOfO2WXcGpJuUlkICIEpR4B3UI7bGjed7me/+RwOfdOMmnWgz3+2Ck8/Qz/ZA2itayob60lSx5EoI1IuITD6BDxluLHHjXOVLl16J558+XgKravP7Ye/8CKumDETn77hDLbv3Ylbfe4WPhQVUc741hiqzZZNewsaA5Q7tLF79GfFUSJ52lZrRltKKi0yAMXocoQmD4SAEBhjAuNtuI3xcEYsXta4jRihCMhAwFOhUsPjtm3bNqy9a1HKffucTsydTvn0Lp7GdTP78aVZezFA29jdXIU1tSgK1iEZMCUDKtSNcM2K1OYq9GmEMKuS9U3lpfVmg9IUNiVJnN80Ef60C8/GWtHcGcCKTJ41Wx30fuqrEvJLVXyXy8so4XwngpTkPRESziCjqorDw6axuQEodYSAEPAsAXWGG3vd5E4wMJh4dtJlYBNKwFOGm+Fx4zVum146lnKfeLsbvz10Fm8c6MPhQ2fwdm+Pa8MN8GNFoBEthuXGBhQqUF5gnjsygnxUGtVeYvE2OvvRMI6M0Ca92LZSy0aHKfc36G2pcaCRw7M2FUsKM+QWddKB5ZBxFlmhHZTZFkCnMkT9aOC+KNwbZr2VGy+zjO7CrSSjgVrKJQSEwFQnMHfWNFw+fwFb4p/GpcuDcusMmAdzYT5yCYHRJuCpUGnmXKXJvHYM8Qt0dx087JqnvyaM0Op6xPzViFJy9qLaOOUiNW1aiB1HNxlHjeS5ChpSA+SR43JK5L5Vt3QKqmsRCIbs+20nj1iZYdaRMWVXqzOCKJWn2IxGPScd1HOSV6Mr4V9BxloIx8kw9FsFZZFRkWqt2mkoZUJACEwRAssLr8dzr0fQW3wzHpuRP0VGnX2Ygxcu4hxx+S/ERy4hMNoEPGW4scetuLgY589fxBO738T03/dgzv4XcGHadHy47OsY/OQ1Kfxun+0uVKoaFZSTj201WslWa+4mQ6zBbio4abvFG0WGkKuLw5NloPZx8mbxrtHV6c1Yh5Igef6oD0eXl40OZgMzXapNyWjIsBErRUJACHiKwDe+PB+X4yewZ/+/4g/n+j01tpEM5ro/vQr33Xw9mI9cQmC0CXjKcDPvKn168/14/a//AR+/+w7Ov38KRZ+dhSUbalP47f91qhcuM1xK0F5bRB6xIErC0XSPV8FCFJGvLVRfA795pwCXd5ahrr0aHImM1YdUqDTNmxaNoNMIg6q1bCBD0XqxDgHSIY8tPCVPXbyrNEobFPwOOljFZPrsNI5MbeSZEBACU5bAN0sWgG+5hIAQGB8Cnlzjdvfdd+Px5w/h3VgPLr73PgY/PI2ujoOqzHy7Ow7ENBH+GoRLAqi13cJJ68WiZI4FfZYNBlROa8oaydjijQeryRwL2M0tyybDz8ebG1ZHUOR0yoi/AXHqp1uXpzYzkHOuXBlxTjrYdWiU8fo98+aE4cjIJF+eCQEhIASEgBAQAqNFIO+9Dz6Kn/7Y/ryZHU1PYcODQzxnbLQ0G4YczpxgnOP29OYGnPz5Lrz5458AM2fgi3V1mLt4cYrUfa92YPNzRyXl1TBYj0cTNkp5d9aeN04B5GQ0X3xE0m3zrhoPNaQPISAEhMC4EDhwsl971Vned9+nhPWvLJklZ8ONyyzkfieeCpUau0rnzy/Ao9v3E/05wPofqFnoOnoWOMplyeuOz3jK4ZgyNvkgBISAEBACQkAIeI+Apwy3zLtK0yePPW5yCQEhIASEgBAQAkJgshDwlOG2cuVK8N3U9Cyantk+WeZA9BQCQkAICAEhIASEgCsCnjLcjBFXVj7gavBcqbLSdVWpKASEgBAQAkJACAiBCSXw/wE9vx2u0EwpL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6" name="Picture 8" descr="ÐÑÐ¾ÑÐ¼Ð¾ÑÑ ÑÐ¾Ð±ÑÑÐ¸Ð¹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3789040"/>
            <a:ext cx="4613422" cy="29386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504401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 smtClean="0"/>
              <a:t>		</a:t>
            </a:r>
            <a:r>
              <a:rPr lang="ru-RU" b="1" dirty="0" smtClean="0"/>
              <a:t>– журнал приложений </a:t>
            </a:r>
            <a:r>
              <a:rPr lang="ru-RU" dirty="0" smtClean="0"/>
              <a:t>- содержит данные, относящиеся к работе приложений и программ. Записи этого журнала создаются самими приложениями. События, вносимые в журнал приложений, определяются разработчиками соответствующих приложений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 smtClean="0"/>
              <a:t>Основные виды журналов:</a:t>
            </a:r>
            <a:br>
              <a:rPr lang="ru-RU" b="0" dirty="0" smtClean="0"/>
            </a:br>
            <a:endParaRPr lang="ru-RU" dirty="0"/>
          </a:p>
        </p:txBody>
      </p:sp>
      <p:pic>
        <p:nvPicPr>
          <p:cNvPr id="1026" name="Picture 2" descr="ÐÑÑÐ¸Ð»ÑÑÑÐ¾Ð²Ð°Ð½Ð½ÑÐµ ÑÐ¾Ð±ÑÑÐ¸Ñ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4005064"/>
            <a:ext cx="4104456" cy="26144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b="1" dirty="0" smtClean="0"/>
              <a:t> 		– журнал безопасности </a:t>
            </a:r>
            <a:r>
              <a:rPr lang="ru-RU" dirty="0" smtClean="0"/>
              <a:t>- содержит записи о таких событиях, как успешные и безуспешные попытки доступа в систему, а также о событиях, относящихся к использованию ресурсов, например, о создании, открытии и удалении файлов и других объектов. Решение о событиях, сведения о которых заносятся в журнал безопасности, принимает администратор. Например, после разрешения аудита входа в систему сведения обо всех попытках входа заносятся в журнал безопасности</a:t>
            </a:r>
          </a:p>
          <a:p>
            <a:endParaRPr lang="ru-RU" dirty="0"/>
          </a:p>
        </p:txBody>
      </p:sp>
      <p:pic>
        <p:nvPicPr>
          <p:cNvPr id="9218" name="Picture 2" descr="ÐÐ°ÑÑÐ¸Ð½ÐºÐ¸ Ð¿Ð¾ Ð·Ð°Ð¿ÑÐ¾ÑÑ windows Ð¼ÐµÐ¼Ñ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6230" y="4150990"/>
            <a:ext cx="4127770" cy="2707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23528" y="188640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ru-RU" dirty="0" smtClean="0"/>
              <a:t>		</a:t>
            </a:r>
            <a:r>
              <a:rPr lang="ru-RU" sz="3200" b="1" dirty="0" smtClean="0"/>
              <a:t>– журнал системы </a:t>
            </a:r>
            <a:r>
              <a:rPr lang="ru-RU" sz="3200" dirty="0" smtClean="0"/>
              <a:t>- содержит записи о событиях, внесенные компонентами операционной системы </a:t>
            </a:r>
            <a:r>
              <a:rPr lang="ru-RU" sz="3200" dirty="0" err="1" smtClean="0"/>
              <a:t>Windows</a:t>
            </a:r>
            <a:r>
              <a:rPr lang="ru-RU" sz="3200" dirty="0" smtClean="0"/>
              <a:t>. Например, в журнале системы регистрируются сбои при загрузке драйверов или других системных компонентов при запуске системы</a:t>
            </a:r>
            <a:endParaRPr lang="ru-RU" sz="3200" dirty="0"/>
          </a:p>
        </p:txBody>
      </p:sp>
      <p:pic>
        <p:nvPicPr>
          <p:cNvPr id="8194" name="Picture 2" descr="ÐÐ°ÑÑÐ¸Ð½ÐºÐ¸ Ð¿Ð¾ Ð·Ð°Ð¿ÑÐ¾ÑÑ windows Ð¼ÐµÐ¼Ñ"/>
          <p:cNvPicPr>
            <a:picLocks noChangeAspect="1" noChangeArrowheads="1"/>
          </p:cNvPicPr>
          <p:nvPr/>
        </p:nvPicPr>
        <p:blipFill>
          <a:blip r:embed="rId2" cstate="print"/>
          <a:srcRect r="16841"/>
          <a:stretch>
            <a:fillRect/>
          </a:stretch>
        </p:blipFill>
        <p:spPr bwMode="auto">
          <a:xfrm>
            <a:off x="4600182" y="3789040"/>
            <a:ext cx="4543818" cy="3068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95536" y="1196752"/>
            <a:ext cx="8496944" cy="554461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/>
              <a:t>– </a:t>
            </a:r>
            <a:r>
              <a:rPr lang="ru-RU" b="1" dirty="0" smtClean="0"/>
              <a:t>ошибка</a:t>
            </a:r>
            <a:r>
              <a:rPr lang="ru-RU" dirty="0" smtClean="0"/>
              <a:t> - серьезные трудности, например, потеря данных или функциональности. Если происходит сбой загрузки службы при запуске, в журнал заносится сообщение об ошибке. Записи об ошибках отмечаются красным кругом с белым крестиком внутри </a:t>
            </a:r>
          </a:p>
          <a:p>
            <a:pPr algn="just"/>
            <a:r>
              <a:rPr lang="ru-RU" dirty="0" smtClean="0"/>
              <a:t>– </a:t>
            </a:r>
            <a:r>
              <a:rPr lang="ru-RU" b="1" dirty="0" smtClean="0"/>
              <a:t>предупреждение</a:t>
            </a:r>
            <a:r>
              <a:rPr lang="ru-RU" dirty="0" smtClean="0"/>
              <a:t> - события, которые в момент записи в журнал не были существенными, но могут привести к сложностям в будущем. Например, если на диске осталось мало свободного места, в журнал заносится предупреждение. Предупреждения отмечаются жёлтым треугольником с чёрным восклицательным знаком; </a:t>
            </a:r>
          </a:p>
          <a:p>
            <a:pPr algn="just"/>
            <a:r>
              <a:rPr lang="ru-RU" dirty="0" smtClean="0"/>
              <a:t>– </a:t>
            </a:r>
            <a:r>
              <a:rPr lang="ru-RU" b="1" dirty="0" smtClean="0"/>
              <a:t>уведомление</a:t>
            </a:r>
            <a:r>
              <a:rPr lang="ru-RU" dirty="0" smtClean="0"/>
              <a:t> - событие, описывающее удачное завершение действия приложением, драйвером или службой. Например, после успешной загрузки драйвера в журнал заносится событие уведомления. Уведомления отмечаются белым кругом с «хвостиком» и синей буквой «</a:t>
            </a:r>
            <a:r>
              <a:rPr lang="ru-RU" dirty="0" err="1" smtClean="0"/>
              <a:t>i</a:t>
            </a:r>
            <a:r>
              <a:rPr lang="ru-RU" dirty="0" smtClean="0"/>
              <a:t>» внутри </a:t>
            </a:r>
          </a:p>
          <a:p>
            <a:pPr algn="just"/>
            <a:r>
              <a:rPr lang="ru-RU" dirty="0" smtClean="0"/>
              <a:t>– </a:t>
            </a:r>
            <a:r>
              <a:rPr lang="ru-RU" b="1" dirty="0" smtClean="0"/>
              <a:t>аудит успехов </a:t>
            </a:r>
            <a:r>
              <a:rPr lang="ru-RU" dirty="0" smtClean="0"/>
              <a:t>- событие, соответствующее успешно завершенному действию, связанному с поддержкой безопасности системы. Например, в случае успешного входа пользователя в систему, в журнал заносится событие с типом «Аудит успехов»);</a:t>
            </a:r>
          </a:p>
          <a:p>
            <a:pPr algn="just"/>
            <a:r>
              <a:rPr lang="ru-RU" dirty="0" smtClean="0"/>
              <a:t> – </a:t>
            </a:r>
            <a:r>
              <a:rPr lang="ru-RU" b="1" dirty="0" smtClean="0"/>
              <a:t>аудит отказов </a:t>
            </a:r>
            <a:r>
              <a:rPr lang="ru-RU" dirty="0" smtClean="0"/>
              <a:t>- событие, соответствующее неудачно завершённому действию, связанному с поддержкой безопасности системы. Например, в случае неудачной попытки доступа пользователя к сетевому диску в журнал заносится событие типа «Аудит отказов».</a:t>
            </a:r>
          </a:p>
          <a:p>
            <a:pPr algn="just"/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r>
              <a:rPr lang="ru-RU" dirty="0" smtClean="0"/>
              <a:t>Типы событий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28592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1. Служба журналов событий запускается автоматически при запуске </a:t>
            </a:r>
            <a:r>
              <a:rPr lang="ru-RU" dirty="0" err="1" smtClean="0"/>
              <a:t>Windows</a:t>
            </a:r>
            <a:r>
              <a:rPr lang="ru-RU" dirty="0" smtClean="0"/>
              <a:t>.</a:t>
            </a:r>
          </a:p>
          <a:p>
            <a:pPr algn="just"/>
            <a:r>
              <a:rPr lang="ru-RU" dirty="0" smtClean="0"/>
              <a:t>2. Все пользователи могут просматривать журналы приложений и системы. Журналы безопасности доступны только системному администратору. </a:t>
            </a:r>
          </a:p>
          <a:p>
            <a:pPr algn="just"/>
            <a:r>
              <a:rPr lang="ru-RU" dirty="0" smtClean="0"/>
              <a:t>3. По умолчанию сведения в журнал безопасности не заносятся. Для включения записи событий в журнал безопасности можно воспользоваться компонентом «Групповая политика».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Важно!!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</TotalTime>
  <Words>274</Words>
  <Application>Microsoft Office PowerPoint</Application>
  <PresentationFormat>Экран (4:3)</PresentationFormat>
  <Paragraphs>18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Открытая</vt:lpstr>
      <vt:lpstr>Ребусики</vt:lpstr>
      <vt:lpstr>Слайд 2</vt:lpstr>
      <vt:lpstr>Слайд 3</vt:lpstr>
      <vt:lpstr>Слайд 4</vt:lpstr>
      <vt:lpstr>Слайд 5</vt:lpstr>
      <vt:lpstr>Слайд 6</vt:lpstr>
      <vt:lpstr>Слайд 7</vt:lpstr>
      <vt:lpstr>Журналы событий Windows </vt:lpstr>
      <vt:lpstr>Что такое журнал событий?</vt:lpstr>
      <vt:lpstr>Основные виды журналов: </vt:lpstr>
      <vt:lpstr>Слайд 11</vt:lpstr>
      <vt:lpstr>Слайд 12</vt:lpstr>
      <vt:lpstr>Типы событий</vt:lpstr>
      <vt:lpstr>Важно!!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Журналы событий Windows </dc:title>
  <dc:creator>421</dc:creator>
  <cp:lastModifiedBy>Кирилл</cp:lastModifiedBy>
  <cp:revision>5</cp:revision>
  <dcterms:created xsi:type="dcterms:W3CDTF">2019-03-19T13:40:56Z</dcterms:created>
  <dcterms:modified xsi:type="dcterms:W3CDTF">2019-03-20T05:06:12Z</dcterms:modified>
</cp:coreProperties>
</file>