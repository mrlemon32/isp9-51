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5/13/2019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ACL </a:t>
            </a:r>
            <a:r>
              <a:rPr lang="ru-RU" dirty="0" smtClean="0"/>
              <a:t>в </a:t>
            </a:r>
            <a:r>
              <a:rPr lang="en-US" dirty="0" smtClean="0"/>
              <a:t>Unix</a:t>
            </a:r>
            <a:r>
              <a:rPr lang="ru-RU" dirty="0" smtClean="0"/>
              <a:t> системах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 smtClean="0"/>
              <a:t>		Стандартные права в операционных системах </a:t>
            </a:r>
            <a:r>
              <a:rPr lang="ru-RU" dirty="0" err="1" smtClean="0"/>
              <a:t>Unix</a:t>
            </a:r>
            <a:r>
              <a:rPr lang="ru-RU" dirty="0" smtClean="0"/>
              <a:t> не так гибки, как хотелось бы. К сожалению они годятся для использования в простых схемах сети. Например, ситуацию когда к одному и тому же каталогу нужно, чтобы несколько групп пользователей имели разные права доступа, не реализовать с использованием стандартных прав.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dirty="0" smtClean="0"/>
              <a:t>		Для реализации сложных структур прав доступа используются расширенные права - </a:t>
            </a:r>
            <a:r>
              <a:rPr lang="ru-RU" b="1" dirty="0" smtClean="0"/>
              <a:t>ACL</a:t>
            </a:r>
            <a:r>
              <a:rPr lang="ru-RU" dirty="0" smtClean="0"/>
              <a:t> (</a:t>
            </a:r>
            <a:r>
              <a:rPr lang="ru-RU" b="1" dirty="0" err="1" smtClean="0"/>
              <a:t>Access</a:t>
            </a:r>
            <a:r>
              <a:rPr lang="ru-RU" b="1" dirty="0" smtClean="0"/>
              <a:t> </a:t>
            </a:r>
            <a:r>
              <a:rPr lang="ru-RU" b="1" dirty="0" err="1" smtClean="0"/>
              <a:t>control</a:t>
            </a:r>
            <a:r>
              <a:rPr lang="ru-RU" b="1" dirty="0" smtClean="0"/>
              <a:t> </a:t>
            </a:r>
            <a:r>
              <a:rPr lang="ru-RU" b="1" dirty="0" err="1" smtClean="0"/>
              <a:t>list</a:t>
            </a:r>
            <a:r>
              <a:rPr lang="ru-RU" dirty="0" smtClean="0"/>
              <a:t> - </a:t>
            </a:r>
            <a:r>
              <a:rPr lang="ru-RU" dirty="0" err="1" smtClean="0"/>
              <a:t>cписки</a:t>
            </a:r>
            <a:r>
              <a:rPr lang="ru-RU" dirty="0" smtClean="0"/>
              <a:t> контроля доступа). Списки контроля доступом (ACL) дают большую гибкость, чем стандартный набор полномочий «пользователь/группа/остальные».  Возможность использования ACL позволяет администратору получить преимущество от использования более интеллектуальной модели безопасности.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 smtClean="0"/>
              <a:t>		Существует три пути управления доступом к файлу или каталогу. Было определено, что каждый файл должен иметь владельца (</a:t>
            </a:r>
            <a:r>
              <a:rPr lang="ru-RU" i="1" dirty="0" err="1" smtClean="0"/>
              <a:t>owner</a:t>
            </a:r>
            <a:r>
              <a:rPr lang="ru-RU" dirty="0" smtClean="0"/>
              <a:t>), группового владельца (</a:t>
            </a:r>
            <a:r>
              <a:rPr lang="ru-RU" i="1" dirty="0" err="1" smtClean="0"/>
              <a:t>group</a:t>
            </a:r>
            <a:r>
              <a:rPr lang="ru-RU" i="1" dirty="0" smtClean="0"/>
              <a:t> </a:t>
            </a:r>
            <a:r>
              <a:rPr lang="ru-RU" i="1" dirty="0" err="1" smtClean="0"/>
              <a:t>owner</a:t>
            </a:r>
            <a:r>
              <a:rPr lang="ru-RU" dirty="0" smtClean="0"/>
              <a:t>), а также может потребоваться доступ для всех остальных пользователей (</a:t>
            </a:r>
            <a:r>
              <a:rPr lang="ru-RU" i="1" dirty="0" err="1" smtClean="0"/>
              <a:t>everyone</a:t>
            </a:r>
            <a:r>
              <a:rPr lang="ru-RU" dirty="0" smtClean="0"/>
              <a:t>). Эти названия обычно приводятся как </a:t>
            </a:r>
            <a:r>
              <a:rPr lang="ru-RU" b="1" dirty="0" smtClean="0"/>
              <a:t>пользователь</a:t>
            </a:r>
            <a:r>
              <a:rPr lang="ru-RU" dirty="0" smtClean="0"/>
              <a:t>/</a:t>
            </a:r>
            <a:r>
              <a:rPr lang="ru-RU" b="1" dirty="0" smtClean="0"/>
              <a:t>группа</a:t>
            </a:r>
            <a:r>
              <a:rPr lang="ru-RU" dirty="0" smtClean="0"/>
              <a:t>/</a:t>
            </a:r>
            <a:r>
              <a:rPr lang="ru-RU" b="1" dirty="0" smtClean="0"/>
              <a:t>остальные</a:t>
            </a:r>
            <a:r>
              <a:rPr lang="ru-RU" dirty="0" smtClean="0"/>
              <a:t>(</a:t>
            </a:r>
            <a:r>
              <a:rPr lang="ru-RU" dirty="0" err="1" smtClean="0"/>
              <a:t>user</a:t>
            </a:r>
            <a:r>
              <a:rPr lang="ru-RU" dirty="0" smtClean="0"/>
              <a:t>/</a:t>
            </a:r>
            <a:r>
              <a:rPr lang="ru-RU" dirty="0" err="1" smtClean="0"/>
              <a:t>group</a:t>
            </a:r>
            <a:r>
              <a:rPr lang="ru-RU" dirty="0" smtClean="0"/>
              <a:t>/</a:t>
            </a:r>
            <a:r>
              <a:rPr lang="ru-RU" dirty="0" err="1" smtClean="0"/>
              <a:t>others</a:t>
            </a:r>
            <a:r>
              <a:rPr lang="ru-RU" dirty="0" smtClean="0"/>
              <a:t>) или коротко </a:t>
            </a:r>
            <a:r>
              <a:rPr lang="ru-RU" b="1" dirty="0" err="1" smtClean="0"/>
              <a:t>ugo</a:t>
            </a:r>
            <a:r>
              <a:rPr lang="ru-RU" dirty="0" smtClean="0"/>
              <a:t>. Реализация управления доступом к файлам и каталогам в </a:t>
            </a:r>
            <a:r>
              <a:rPr lang="ru-RU" dirty="0" err="1" smtClean="0"/>
              <a:t>Unix</a:t>
            </a:r>
            <a:r>
              <a:rPr lang="ru-RU" dirty="0" smtClean="0"/>
              <a:t> позволяет или запрещает доступ по трем флагам: флаг чтения (</a:t>
            </a:r>
            <a:r>
              <a:rPr lang="ru-RU" b="1" dirty="0" err="1" smtClean="0"/>
              <a:t>Read</a:t>
            </a:r>
            <a:r>
              <a:rPr lang="ru-RU" dirty="0" smtClean="0"/>
              <a:t>), флаг записи (</a:t>
            </a:r>
            <a:r>
              <a:rPr lang="ru-RU" b="1" dirty="0" err="1" smtClean="0"/>
              <a:t>Write</a:t>
            </a:r>
            <a:r>
              <a:rPr lang="ru-RU" dirty="0" smtClean="0"/>
              <a:t>), флаг выполнения (</a:t>
            </a:r>
            <a:r>
              <a:rPr lang="ru-RU" b="1" dirty="0" err="1" smtClean="0"/>
              <a:t>eXecute</a:t>
            </a:r>
            <a:r>
              <a:rPr lang="ru-RU" dirty="0" smtClean="0"/>
              <a:t>). Они представляются следующим образом: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Стандартное назначение прав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15910"/>
            <a:ext cx="8458200" cy="6254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dirty="0" smtClean="0"/>
              <a:t>		Поддержка ACL уже включена и поддерживается ядром. Но по умолчанию, в системе, ACL не активированы. Для того, чтобы операционная система начала учитывать списки контроля, необходимо ей об этом сказать. Для этого потребуется отредактировать файл </a:t>
            </a:r>
            <a:r>
              <a:rPr lang="ru-RU" b="1" dirty="0" smtClean="0"/>
              <a:t>/</a:t>
            </a:r>
            <a:r>
              <a:rPr lang="ru-RU" b="1" dirty="0" err="1" smtClean="0"/>
              <a:t>etc</a:t>
            </a:r>
            <a:r>
              <a:rPr lang="ru-RU" b="1" dirty="0" smtClean="0"/>
              <a:t>/</a:t>
            </a:r>
            <a:r>
              <a:rPr lang="ru-RU" b="1" dirty="0" err="1" smtClean="0"/>
              <a:t>fstab</a:t>
            </a:r>
            <a:r>
              <a:rPr lang="ru-RU" dirty="0" smtClean="0"/>
              <a:t> и указать в нем, на каких разделах HDD следует учитывать ACL права. Проверить, поддерживает ли тот или иной раздел винчестера ACL, можно попытавшись установить эти самые ACL, командой </a:t>
            </a:r>
            <a:r>
              <a:rPr lang="ru-RU" b="1" dirty="0" err="1" smtClean="0"/>
              <a:t>setfacl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87</TotalTime>
  <Words>7</Words>
  <Application>Microsoft Office PowerPoint</Application>
  <PresentationFormat>Экран (4:3)</PresentationFormat>
  <Paragraphs>6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Открытая</vt:lpstr>
      <vt:lpstr>ACL в Unix системах </vt:lpstr>
      <vt:lpstr>Слайд 2</vt:lpstr>
      <vt:lpstr>Слайд 3</vt:lpstr>
      <vt:lpstr>Стандартное назначение прав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ACL в Unix системах </dc:title>
  <dc:creator>Кирилл</dc:creator>
  <cp:lastModifiedBy>Кирилл</cp:lastModifiedBy>
  <cp:revision>11</cp:revision>
  <dcterms:created xsi:type="dcterms:W3CDTF">2019-05-13T05:19:30Z</dcterms:created>
  <dcterms:modified xsi:type="dcterms:W3CDTF">2019-05-13T09:30:29Z</dcterms:modified>
</cp:coreProperties>
</file>