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ppt/_rels/presentation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0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media/image16.jpeg" ContentType="image/jpeg"/>
  <Override PartName="/ppt/media/image15.jpeg" ContentType="image/jpeg"/>
  <Override PartName="/ppt/media/image12.jpeg" ContentType="image/jpeg"/>
  <Override PartName="/ppt/media/image11.jpeg" ContentType="image/jpeg"/>
  <Override PartName="/ppt/media/image21.jpeg" ContentType="image/jpeg"/>
  <Override PartName="/ppt/media/image24.wmf" ContentType="image/x-wmf"/>
  <Override PartName="/ppt/media/image25.wmf" ContentType="image/x-wmf"/>
  <Override PartName="/ppt/media/image4.png" ContentType="image/png"/>
  <Override PartName="/ppt/media/image6.png" ContentType="image/png"/>
  <Override PartName="/ppt/media/image1.png" ContentType="image/png"/>
  <Override PartName="/ppt/media/image3.png" ContentType="image/png"/>
  <Override PartName="/ppt/media/image2.png" ContentType="image/png"/>
  <Override PartName="/ppt/media/image7.png" ContentType="image/png"/>
  <Override PartName="/ppt/media/image9.png" ContentType="image/png"/>
  <Override PartName="/ppt/media/image14.png" ContentType="image/png"/>
  <Override PartName="/ppt/media/image13.png" ContentType="image/png"/>
  <Override PartName="/ppt/media/image10.png" ContentType="image/png"/>
  <Override PartName="/ppt/media/image8.jpeg" ContentType="image/jpeg"/>
  <Override PartName="/ppt/media/image5.jpeg" ContentType="image/jpe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2.png" ContentType="image/png"/>
  <Override PartName="/ppt/media/image27.png" ContentType="image/png"/>
  <Override PartName="/ppt/media/image30.png" ContentType="image/png"/>
  <Override PartName="/ppt/media/image23.png" ContentType="image/png"/>
  <Override PartName="/ppt/media/image28.png" ContentType="image/png"/>
  <Override PartName="/ppt/media/image29.png" ContentType="image/png"/>
  <Override PartName="/ppt/media/image26.png" ContentType="image/p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14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.xml.rels" ContentType="application/vnd.openxmlformats-package.relationships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9.xml" ContentType="application/vnd.openxmlformats-officedocument.presentationml.slideLayout+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323964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602208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45720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body"/>
          </p:nvPr>
        </p:nvSpPr>
        <p:spPr>
          <a:xfrm>
            <a:off x="323964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 type="body"/>
          </p:nvPr>
        </p:nvSpPr>
        <p:spPr>
          <a:xfrm>
            <a:off x="602208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ubTitle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323964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02208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45720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body"/>
          </p:nvPr>
        </p:nvSpPr>
        <p:spPr>
          <a:xfrm>
            <a:off x="323964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44" name="PlaceHolder 7"/>
          <p:cNvSpPr>
            <a:spLocks noGrp="1"/>
          </p:cNvSpPr>
          <p:nvPr>
            <p:ph type="body"/>
          </p:nvPr>
        </p:nvSpPr>
        <p:spPr>
          <a:xfrm>
            <a:off x="602208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ubTitle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323964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602208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45720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90" name="PlaceHolder 6"/>
          <p:cNvSpPr>
            <a:spLocks noGrp="1"/>
          </p:cNvSpPr>
          <p:nvPr>
            <p:ph type="body"/>
          </p:nvPr>
        </p:nvSpPr>
        <p:spPr>
          <a:xfrm>
            <a:off x="323964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91" name="PlaceHolder 7"/>
          <p:cNvSpPr>
            <a:spLocks noGrp="1"/>
          </p:cNvSpPr>
          <p:nvPr>
            <p:ph type="body"/>
          </p:nvPr>
        </p:nvSpPr>
        <p:spPr>
          <a:xfrm>
            <a:off x="602208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ubTitle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323964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602208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body"/>
          </p:nvPr>
        </p:nvSpPr>
        <p:spPr>
          <a:xfrm>
            <a:off x="45720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31" name="PlaceHolder 6"/>
          <p:cNvSpPr>
            <a:spLocks noGrp="1"/>
          </p:cNvSpPr>
          <p:nvPr>
            <p:ph type="body"/>
          </p:nvPr>
        </p:nvSpPr>
        <p:spPr>
          <a:xfrm>
            <a:off x="323964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32" name="PlaceHolder 7"/>
          <p:cNvSpPr>
            <a:spLocks noGrp="1"/>
          </p:cNvSpPr>
          <p:nvPr>
            <p:ph type="body"/>
          </p:nvPr>
        </p:nvSpPr>
        <p:spPr>
          <a:xfrm>
            <a:off x="602208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subTitle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body"/>
          </p:nvPr>
        </p:nvSpPr>
        <p:spPr>
          <a:xfrm>
            <a:off x="323964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body"/>
          </p:nvPr>
        </p:nvSpPr>
        <p:spPr>
          <a:xfrm>
            <a:off x="602208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body"/>
          </p:nvPr>
        </p:nvSpPr>
        <p:spPr>
          <a:xfrm>
            <a:off x="45720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 type="body"/>
          </p:nvPr>
        </p:nvSpPr>
        <p:spPr>
          <a:xfrm>
            <a:off x="323964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9" name="PlaceHolder 7"/>
          <p:cNvSpPr>
            <a:spLocks noGrp="1"/>
          </p:cNvSpPr>
          <p:nvPr>
            <p:ph type="body"/>
          </p:nvPr>
        </p:nvSpPr>
        <p:spPr>
          <a:xfrm>
            <a:off x="602208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ubTitle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body"/>
          </p:nvPr>
        </p:nvSpPr>
        <p:spPr>
          <a:xfrm>
            <a:off x="323964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body"/>
          </p:nvPr>
        </p:nvSpPr>
        <p:spPr>
          <a:xfrm>
            <a:off x="602208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 type="body"/>
          </p:nvPr>
        </p:nvSpPr>
        <p:spPr>
          <a:xfrm>
            <a:off x="45720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9" name="PlaceHolder 6"/>
          <p:cNvSpPr>
            <a:spLocks noGrp="1"/>
          </p:cNvSpPr>
          <p:nvPr>
            <p:ph type="body"/>
          </p:nvPr>
        </p:nvSpPr>
        <p:spPr>
          <a:xfrm>
            <a:off x="323964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20" name="PlaceHolder 7"/>
          <p:cNvSpPr>
            <a:spLocks noGrp="1"/>
          </p:cNvSpPr>
          <p:nvPr>
            <p:ph type="body"/>
          </p:nvPr>
        </p:nvSpPr>
        <p:spPr>
          <a:xfrm>
            <a:off x="602208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subTitle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10944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body"/>
          </p:nvPr>
        </p:nvSpPr>
        <p:spPr>
          <a:xfrm>
            <a:off x="457200" y="3845160"/>
            <a:ext cx="822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4674240" y="148104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body"/>
          </p:nvPr>
        </p:nvSpPr>
        <p:spPr>
          <a:xfrm>
            <a:off x="45720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 type="body"/>
          </p:nvPr>
        </p:nvSpPr>
        <p:spPr>
          <a:xfrm>
            <a:off x="4674240" y="3845160"/>
            <a:ext cx="4015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body"/>
          </p:nvPr>
        </p:nvSpPr>
        <p:spPr>
          <a:xfrm>
            <a:off x="323964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body"/>
          </p:nvPr>
        </p:nvSpPr>
        <p:spPr>
          <a:xfrm>
            <a:off x="6022080" y="148104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67" name="PlaceHolder 5"/>
          <p:cNvSpPr>
            <a:spLocks noGrp="1"/>
          </p:cNvSpPr>
          <p:nvPr>
            <p:ph type="body"/>
          </p:nvPr>
        </p:nvSpPr>
        <p:spPr>
          <a:xfrm>
            <a:off x="45720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68" name="PlaceHolder 6"/>
          <p:cNvSpPr>
            <a:spLocks noGrp="1"/>
          </p:cNvSpPr>
          <p:nvPr>
            <p:ph type="body"/>
          </p:nvPr>
        </p:nvSpPr>
        <p:spPr>
          <a:xfrm>
            <a:off x="323964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69" name="PlaceHolder 7"/>
          <p:cNvSpPr>
            <a:spLocks noGrp="1"/>
          </p:cNvSpPr>
          <p:nvPr>
            <p:ph type="body"/>
          </p:nvPr>
        </p:nvSpPr>
        <p:spPr>
          <a:xfrm>
            <a:off x="6022080" y="3845160"/>
            <a:ext cx="26496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8.xml"/><Relationship Id="rId9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-54000" y="5784840"/>
            <a:ext cx="3801960" cy="83808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" name="Group 3"/>
          <p:cNvGrpSpPr/>
          <p:nvPr/>
        </p:nvGrpSpPr>
        <p:grpSpPr>
          <a:xfrm>
            <a:off x="-12600" y="5784840"/>
            <a:ext cx="3414600" cy="1092240"/>
            <a:chOff x="-12600" y="5784840"/>
            <a:chExt cx="3414600" cy="1092240"/>
          </a:xfrm>
        </p:grpSpPr>
        <p:pic>
          <p:nvPicPr>
            <p:cNvPr id="3" name="Прямоугольный треугольник 13" descr=""/>
            <p:cNvPicPr/>
            <p:nvPr/>
          </p:nvPicPr>
          <p:blipFill>
            <a:blip r:embed="rId2"/>
            <a:stretch/>
          </p:blipFill>
          <p:spPr>
            <a:xfrm>
              <a:off x="-12600" y="5784840"/>
              <a:ext cx="3414600" cy="1092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" name="CustomShape 4"/>
            <p:cNvSpPr/>
            <p:nvPr/>
          </p:nvSpPr>
          <p:spPr>
            <a:xfrm>
              <a:off x="277920" y="6421320"/>
              <a:ext cx="1700280" cy="360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5" name="Прямая соединительная линия 14" descr=""/>
          <p:cNvPicPr/>
          <p:nvPr/>
        </p:nvPicPr>
        <p:blipFill>
          <a:blip r:embed="rId3"/>
          <a:stretch/>
        </p:blipFill>
        <p:spPr>
          <a:xfrm>
            <a:off x="-19080" y="5772240"/>
            <a:ext cx="3421080" cy="110952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9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643F88-8081-4F31-8BBF-8455FBA11BC5}" type="slidenum">
              <a:rPr b="0" lang="ru-RU" sz="1000" spc="-1" strike="noStrike">
                <a:latin typeface="Times New Roman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0" y="4664160"/>
            <a:ext cx="9150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7897"/>
              </a:gs>
              <a:gs pos="50000">
                <a:srgbClr val="4abbe0"/>
              </a:gs>
              <a:gs pos="100000">
                <a:srgbClr val="007897"/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8" name="Group 2"/>
          <p:cNvGrpSpPr/>
          <p:nvPr/>
        </p:nvGrpSpPr>
        <p:grpSpPr>
          <a:xfrm>
            <a:off x="-3240" y="4952880"/>
            <a:ext cx="9147240" cy="1911600"/>
            <a:chOff x="-3240" y="4952880"/>
            <a:chExt cx="9147240" cy="1911600"/>
          </a:xfrm>
        </p:grpSpPr>
        <p:sp>
          <p:nvSpPr>
            <p:cNvPr id="49" name="CustomShape 3"/>
            <p:cNvSpPr/>
            <p:nvPr/>
          </p:nvSpPr>
          <p:spPr>
            <a:xfrm>
              <a:off x="1693440" y="4952880"/>
              <a:ext cx="7444440" cy="486000"/>
            </a:xfrm>
            <a:custGeom>
              <a:avLst/>
              <a:gdLst/>
              <a:ahLst/>
              <a:rect l="l" t="t" r="r" b="b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CustomShape 4"/>
            <p:cNvSpPr/>
            <p:nvPr/>
          </p:nvSpPr>
          <p:spPr>
            <a:xfrm>
              <a:off x="45360" y="5236200"/>
              <a:ext cx="9092880" cy="786600"/>
            </a:xfrm>
            <a:custGeom>
              <a:avLst/>
              <a:gdLst/>
              <a:ahLst/>
              <a:rect l="l" t="t" r="r" b="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51" name="Group 5"/>
            <p:cNvGrpSpPr/>
            <p:nvPr/>
          </p:nvGrpSpPr>
          <p:grpSpPr>
            <a:xfrm>
              <a:off x="2520" y="4992120"/>
              <a:ext cx="9141480" cy="1872360"/>
              <a:chOff x="2520" y="4992120"/>
              <a:chExt cx="9141480" cy="1872360"/>
            </a:xfrm>
          </p:grpSpPr>
          <p:pic>
            <p:nvPicPr>
              <p:cNvPr id="52" name="Полилиния 19" descr=""/>
              <p:cNvPicPr/>
              <p:nvPr/>
            </p:nvPicPr>
            <p:blipFill>
              <a:blip r:embed="rId2"/>
              <a:stretch/>
            </p:blipFill>
            <p:spPr>
              <a:xfrm>
                <a:off x="2520" y="4992120"/>
                <a:ext cx="9141480" cy="18723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53" name="CustomShape 6"/>
              <p:cNvSpPr/>
              <p:nvPr/>
            </p:nvSpPr>
            <p:spPr>
              <a:xfrm>
                <a:off x="9000" y="5000400"/>
                <a:ext cx="36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54" name="Прямая соединительная линия 20" descr=""/>
            <p:cNvPicPr/>
            <p:nvPr/>
          </p:nvPicPr>
          <p:blipFill>
            <a:blip r:embed="rId3"/>
            <a:stretch/>
          </p:blipFill>
          <p:spPr>
            <a:xfrm>
              <a:off x="-3240" y="4986000"/>
              <a:ext cx="9147240" cy="814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5" name="PlaceHolder 7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7" name="PlaceHolder 9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10"/>
          <p:cNvSpPr>
            <a:spLocks noGrp="1"/>
          </p:cNvSpPr>
          <p:nvPr>
            <p:ph type="ftr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11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D07BDC-0A3D-473F-B6C4-09F39BB2FBD9}" type="slidenum">
              <a:rPr b="0" lang="ru-RU" sz="10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CustomShape 2"/>
          <p:cNvSpPr/>
          <p:nvPr/>
        </p:nvSpPr>
        <p:spPr>
          <a:xfrm>
            <a:off x="-54000" y="5784840"/>
            <a:ext cx="3801960" cy="83808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8" name="Group 3"/>
          <p:cNvGrpSpPr/>
          <p:nvPr/>
        </p:nvGrpSpPr>
        <p:grpSpPr>
          <a:xfrm>
            <a:off x="-12600" y="5784840"/>
            <a:ext cx="3414600" cy="1092240"/>
            <a:chOff x="-12600" y="5784840"/>
            <a:chExt cx="3414600" cy="1092240"/>
          </a:xfrm>
        </p:grpSpPr>
        <p:pic>
          <p:nvPicPr>
            <p:cNvPr id="99" name="Прямоугольный треугольник 13" descr=""/>
            <p:cNvPicPr/>
            <p:nvPr/>
          </p:nvPicPr>
          <p:blipFill>
            <a:blip r:embed="rId3"/>
            <a:stretch/>
          </p:blipFill>
          <p:spPr>
            <a:xfrm>
              <a:off x="-12600" y="5784840"/>
              <a:ext cx="3414600" cy="1092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0" name="CustomShape 4"/>
            <p:cNvSpPr/>
            <p:nvPr/>
          </p:nvSpPr>
          <p:spPr>
            <a:xfrm>
              <a:off x="277920" y="6421320"/>
              <a:ext cx="1700280" cy="360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01" name="Прямая соединительная линия 14" descr=""/>
          <p:cNvPicPr/>
          <p:nvPr/>
        </p:nvPicPr>
        <p:blipFill>
          <a:blip r:embed="rId4"/>
          <a:stretch/>
        </p:blipFill>
        <p:spPr>
          <a:xfrm>
            <a:off x="-19080" y="5772240"/>
            <a:ext cx="3421080" cy="1109520"/>
          </a:xfrm>
          <a:prstGeom prst="rect">
            <a:avLst/>
          </a:prstGeom>
          <a:ln w="0">
            <a:noFill/>
          </a:ln>
        </p:spPr>
      </p:pic>
      <p:sp>
        <p:nvSpPr>
          <p:cNvPr id="102" name="CustomShape 5"/>
          <p:cNvSpPr/>
          <p:nvPr/>
        </p:nvSpPr>
        <p:spPr>
          <a:xfrm>
            <a:off x="3637080" y="3005280"/>
            <a:ext cx="182520" cy="228600"/>
          </a:xfrm>
          <a:custGeom>
            <a:avLst/>
            <a:gdLst/>
            <a:ahLst/>
            <a:rect l="0" t="0" r="r" b="b"/>
            <a:pathLst>
              <a:path w="509" h="637">
                <a:moveTo>
                  <a:pt x="0" y="0"/>
                </a:moveTo>
                <a:lnTo>
                  <a:pt x="254" y="0"/>
                </a:lnTo>
                <a:lnTo>
                  <a:pt x="508" y="318"/>
                </a:lnTo>
                <a:lnTo>
                  <a:pt x="254" y="636"/>
                </a:lnTo>
                <a:lnTo>
                  <a:pt x="0" y="636"/>
                </a:lnTo>
                <a:lnTo>
                  <a:pt x="254" y="318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CustomShape 6"/>
          <p:cNvSpPr/>
          <p:nvPr/>
        </p:nvSpPr>
        <p:spPr>
          <a:xfrm>
            <a:off x="3449520" y="3005280"/>
            <a:ext cx="184320" cy="228600"/>
          </a:xfrm>
          <a:custGeom>
            <a:avLst/>
            <a:gdLst/>
            <a:ahLst/>
            <a:rect l="0" t="0" r="r" b="b"/>
            <a:pathLst>
              <a:path w="514" h="637">
                <a:moveTo>
                  <a:pt x="0" y="0"/>
                </a:moveTo>
                <a:lnTo>
                  <a:pt x="256" y="0"/>
                </a:lnTo>
                <a:lnTo>
                  <a:pt x="513" y="318"/>
                </a:lnTo>
                <a:lnTo>
                  <a:pt x="256" y="636"/>
                </a:lnTo>
                <a:lnTo>
                  <a:pt x="0" y="636"/>
                </a:lnTo>
                <a:lnTo>
                  <a:pt x="256" y="318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PlaceHolder 7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105" name="PlaceHolder 8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106" name="PlaceHolder 9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10"/>
          <p:cNvSpPr>
            <a:spLocks noGrp="1"/>
          </p:cNvSpPr>
          <p:nvPr>
            <p:ph type="ftr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11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6000" indent="-216000" algn="r"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BEDC98-50AD-4033-955A-5DB28854A0E3}" type="slidenum">
              <a:rPr b="0" lang="ru-RU" sz="1000" spc="-1" strike="noStrike">
                <a:latin typeface="Times New Roman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CustomShape 2"/>
          <p:cNvSpPr/>
          <p:nvPr/>
        </p:nvSpPr>
        <p:spPr>
          <a:xfrm>
            <a:off x="-54000" y="5784840"/>
            <a:ext cx="3801960" cy="83808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7" name="Group 3"/>
          <p:cNvGrpSpPr/>
          <p:nvPr/>
        </p:nvGrpSpPr>
        <p:grpSpPr>
          <a:xfrm>
            <a:off x="-12600" y="5784840"/>
            <a:ext cx="3414600" cy="1092240"/>
            <a:chOff x="-12600" y="5784840"/>
            <a:chExt cx="3414600" cy="1092240"/>
          </a:xfrm>
        </p:grpSpPr>
        <p:pic>
          <p:nvPicPr>
            <p:cNvPr id="148" name="Прямоугольный треугольник 13" descr=""/>
            <p:cNvPicPr/>
            <p:nvPr/>
          </p:nvPicPr>
          <p:blipFill>
            <a:blip r:embed="rId3"/>
            <a:stretch/>
          </p:blipFill>
          <p:spPr>
            <a:xfrm>
              <a:off x="-12600" y="5784840"/>
              <a:ext cx="3414600" cy="1092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9" name="CustomShape 4"/>
            <p:cNvSpPr/>
            <p:nvPr/>
          </p:nvSpPr>
          <p:spPr>
            <a:xfrm>
              <a:off x="277920" y="6421320"/>
              <a:ext cx="1700280" cy="360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50" name="Прямая соединительная линия 14" descr=""/>
          <p:cNvPicPr/>
          <p:nvPr/>
        </p:nvPicPr>
        <p:blipFill>
          <a:blip r:embed="rId4"/>
          <a:stretch/>
        </p:blipFill>
        <p:spPr>
          <a:xfrm>
            <a:off x="-19080" y="5772240"/>
            <a:ext cx="3421080" cy="1109520"/>
          </a:xfrm>
          <a:prstGeom prst="rect">
            <a:avLst/>
          </a:prstGeom>
          <a:ln w="0">
            <a:noFill/>
          </a:ln>
        </p:spPr>
      </p:pic>
      <p:sp>
        <p:nvSpPr>
          <p:cNvPr id="151" name="PlaceHolder 5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153" name="PlaceHolder 7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PlaceHolder 8"/>
          <p:cNvSpPr>
            <a:spLocks noGrp="1"/>
          </p:cNvSpPr>
          <p:nvPr>
            <p:ph type="ftr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PlaceHolder 9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6000" indent="-216000" algn="r"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CF89A7-FFC7-4975-B475-1E0F6F6D4799}" type="slidenum">
              <a:rPr b="0" lang="ru-RU" sz="1000" spc="-1" strike="noStrike">
                <a:latin typeface="Times New Roman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ftr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FA0EF7-F24D-4AEA-80BF-8703460ABCEF}" type="slidenum">
              <a:rPr b="0" lang="ru-RU" sz="1000" spc="-1" strike="noStrike">
                <a:latin typeface="Times New Roman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CustomShape 2"/>
          <p:cNvSpPr/>
          <p:nvPr/>
        </p:nvSpPr>
        <p:spPr>
          <a:xfrm>
            <a:off x="-54000" y="5784840"/>
            <a:ext cx="3801960" cy="83808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35" name="Group 3"/>
          <p:cNvGrpSpPr/>
          <p:nvPr/>
        </p:nvGrpSpPr>
        <p:grpSpPr>
          <a:xfrm>
            <a:off x="-12600" y="5784840"/>
            <a:ext cx="3414600" cy="1092240"/>
            <a:chOff x="-12600" y="5784840"/>
            <a:chExt cx="3414600" cy="1092240"/>
          </a:xfrm>
        </p:grpSpPr>
        <p:pic>
          <p:nvPicPr>
            <p:cNvPr id="236" name="Прямоугольный треугольник 13" descr=""/>
            <p:cNvPicPr/>
            <p:nvPr/>
          </p:nvPicPr>
          <p:blipFill>
            <a:blip r:embed="rId3"/>
            <a:stretch/>
          </p:blipFill>
          <p:spPr>
            <a:xfrm>
              <a:off x="-12600" y="5784840"/>
              <a:ext cx="3414600" cy="1092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7" name="CustomShape 4"/>
            <p:cNvSpPr/>
            <p:nvPr/>
          </p:nvSpPr>
          <p:spPr>
            <a:xfrm>
              <a:off x="277920" y="6421320"/>
              <a:ext cx="1700280" cy="360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38" name="Прямая соединительная линия 14" descr=""/>
          <p:cNvPicPr/>
          <p:nvPr/>
        </p:nvPicPr>
        <p:blipFill>
          <a:blip r:embed="rId4"/>
          <a:stretch/>
        </p:blipFill>
        <p:spPr>
          <a:xfrm>
            <a:off x="-19080" y="5772240"/>
            <a:ext cx="3421080" cy="1109520"/>
          </a:xfrm>
          <a:prstGeom prst="rect">
            <a:avLst/>
          </a:prstGeom>
          <a:ln w="0">
            <a:noFill/>
          </a:ln>
        </p:spPr>
      </p:pic>
      <p:sp>
        <p:nvSpPr>
          <p:cNvPr id="239" name="PlaceHolder 5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240" name="PlaceHolder 6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241" name="PlaceHolder 7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8"/>
          <p:cNvSpPr>
            <a:spLocks noGrp="1"/>
          </p:cNvSpPr>
          <p:nvPr>
            <p:ph type="ftr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PlaceHolder 9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6000" indent="-216000" algn="r"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ED8309-BB83-4F97-9079-9DA771D7CE14}" type="slidenum">
              <a:rPr b="0" lang="ru-RU" sz="1000" spc="-1" strike="noStrike">
                <a:latin typeface="Times New Roman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ftr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E6F9E7-2D8D-42F9-B8B5-8CE837962BC0}" type="slidenum">
              <a:rPr b="0" lang="ru-RU" sz="1000" spc="-1" strike="noStrike">
                <a:latin typeface="Times New Roman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CustomShape 2"/>
          <p:cNvSpPr/>
          <p:nvPr/>
        </p:nvSpPr>
        <p:spPr>
          <a:xfrm>
            <a:off x="-54000" y="5784840"/>
            <a:ext cx="3801960" cy="83808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23" name="Group 3"/>
          <p:cNvGrpSpPr/>
          <p:nvPr/>
        </p:nvGrpSpPr>
        <p:grpSpPr>
          <a:xfrm>
            <a:off x="-12600" y="5784840"/>
            <a:ext cx="3414600" cy="1092240"/>
            <a:chOff x="-12600" y="5784840"/>
            <a:chExt cx="3414600" cy="1092240"/>
          </a:xfrm>
        </p:grpSpPr>
        <p:pic>
          <p:nvPicPr>
            <p:cNvPr id="324" name="Прямоугольный треугольник 16" descr=""/>
            <p:cNvPicPr/>
            <p:nvPr/>
          </p:nvPicPr>
          <p:blipFill>
            <a:blip r:embed="rId3"/>
            <a:stretch/>
          </p:blipFill>
          <p:spPr>
            <a:xfrm>
              <a:off x="-12600" y="5784840"/>
              <a:ext cx="3414600" cy="1092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25" name="CustomShape 4"/>
            <p:cNvSpPr/>
            <p:nvPr/>
          </p:nvSpPr>
          <p:spPr>
            <a:xfrm>
              <a:off x="277920" y="6421320"/>
              <a:ext cx="1700280" cy="360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326" name="Прямая соединительная линия 18" descr=""/>
          <p:cNvPicPr/>
          <p:nvPr/>
        </p:nvPicPr>
        <p:blipFill>
          <a:blip r:embed="rId4"/>
          <a:stretch/>
        </p:blipFill>
        <p:spPr>
          <a:xfrm>
            <a:off x="-19080" y="5772240"/>
            <a:ext cx="3421080" cy="1109520"/>
          </a:xfrm>
          <a:prstGeom prst="rect">
            <a:avLst/>
          </a:prstGeom>
          <a:ln w="0">
            <a:noFill/>
          </a:ln>
        </p:spPr>
      </p:pic>
      <p:sp>
        <p:nvSpPr>
          <p:cNvPr id="327" name="CustomShape 5"/>
          <p:cNvSpPr/>
          <p:nvPr/>
        </p:nvSpPr>
        <p:spPr>
          <a:xfrm>
            <a:off x="8664480" y="4987800"/>
            <a:ext cx="182520" cy="228600"/>
          </a:xfrm>
          <a:custGeom>
            <a:avLst/>
            <a:gdLst/>
            <a:ahLst/>
            <a:rect l="0" t="0" r="r" b="b"/>
            <a:pathLst>
              <a:path w="509" h="637">
                <a:moveTo>
                  <a:pt x="0" y="0"/>
                </a:moveTo>
                <a:lnTo>
                  <a:pt x="254" y="0"/>
                </a:lnTo>
                <a:lnTo>
                  <a:pt x="508" y="318"/>
                </a:lnTo>
                <a:lnTo>
                  <a:pt x="254" y="636"/>
                </a:lnTo>
                <a:lnTo>
                  <a:pt x="0" y="636"/>
                </a:lnTo>
                <a:lnTo>
                  <a:pt x="254" y="318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8" name="CustomShape 6"/>
          <p:cNvSpPr/>
          <p:nvPr/>
        </p:nvSpPr>
        <p:spPr>
          <a:xfrm>
            <a:off x="8477280" y="4987800"/>
            <a:ext cx="182520" cy="228600"/>
          </a:xfrm>
          <a:custGeom>
            <a:avLst/>
            <a:gdLst/>
            <a:ahLst/>
            <a:rect l="0" t="0" r="r" b="b"/>
            <a:pathLst>
              <a:path w="509" h="637">
                <a:moveTo>
                  <a:pt x="0" y="0"/>
                </a:moveTo>
                <a:lnTo>
                  <a:pt x="254" y="0"/>
                </a:lnTo>
                <a:lnTo>
                  <a:pt x="508" y="318"/>
                </a:lnTo>
                <a:lnTo>
                  <a:pt x="254" y="636"/>
                </a:lnTo>
                <a:lnTo>
                  <a:pt x="0" y="636"/>
                </a:lnTo>
                <a:lnTo>
                  <a:pt x="254" y="318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9" name="PlaceHolder 7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330" name="PlaceHolder 8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331" name="PlaceHolder 9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PlaceHolder 10"/>
          <p:cNvSpPr>
            <a:spLocks noGrp="1"/>
          </p:cNvSpPr>
          <p:nvPr>
            <p:ph type="ftr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PlaceHolder 11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6000" indent="-216000" algn="r"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25B989-8A9E-4E4E-A497-CB54DEADEDA3}" type="slidenum">
              <a:rPr b="0" lang="ru-RU" sz="10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jpe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4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5.wmf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6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Rectangle 2" descr=""/>
          <p:cNvPicPr/>
          <p:nvPr/>
        </p:nvPicPr>
        <p:blipFill>
          <a:blip r:embed="rId1"/>
          <a:stretch/>
        </p:blipFill>
        <p:spPr>
          <a:xfrm>
            <a:off x="285840" y="2816280"/>
            <a:ext cx="8839080" cy="131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Заголовок 1" descr=""/>
          <p:cNvPicPr/>
          <p:nvPr/>
        </p:nvPicPr>
        <p:blipFill>
          <a:blip r:embed="rId1"/>
          <a:stretch/>
        </p:blipFill>
        <p:spPr>
          <a:xfrm>
            <a:off x="463680" y="-285840"/>
            <a:ext cx="7480080" cy="1041480"/>
          </a:xfrm>
          <a:prstGeom prst="rect">
            <a:avLst/>
          </a:prstGeom>
          <a:ln w="0">
            <a:noFill/>
          </a:ln>
        </p:spPr>
      </p:pic>
      <p:sp>
        <p:nvSpPr>
          <p:cNvPr id="372" name="TextShape 1"/>
          <p:cNvSpPr txBox="1"/>
          <p:nvPr/>
        </p:nvSpPr>
        <p:spPr>
          <a:xfrm>
            <a:off x="107640" y="259920"/>
            <a:ext cx="7993080" cy="659772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Сетевой операционной системой (ОС)</a:t>
            </a:r>
            <a:r>
              <a:rPr b="0" i="1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называют операционную систему компьютера, которая помимо управления локальными ресурсами предоставляет пользователям и приложениям возможность эффективного и удобного доступа к информационным и аппаратным ресурсам других компьютеров сети.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В сетевых ОС удаленный доступ к сетевым ресурсам обеспечивается: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сетевыми службами;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средствами транспортировки сообщений по сети (в простейшем случае — сетевыми интерфейсными картами и их драйверами).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Функции сетевых ОС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управление каталогами и файлами;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управление ресурсами;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коммуникационные функции;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защита от несанкционированного доступа;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обеспечение отказоустойчивости;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управление сетью.</a:t>
            </a:r>
            <a:endParaRPr b="0" lang="en-US" sz="21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373" name="Рисунок 4" descr="windows_server_system_logo.jpg"/>
          <p:cNvPicPr/>
          <p:nvPr/>
        </p:nvPicPr>
        <p:blipFill>
          <a:blip r:embed="rId2"/>
          <a:stretch/>
        </p:blipFill>
        <p:spPr>
          <a:xfrm>
            <a:off x="6948360" y="2060640"/>
            <a:ext cx="1920960" cy="1268280"/>
          </a:xfrm>
          <a:prstGeom prst="rect">
            <a:avLst/>
          </a:prstGeom>
          <a:ln w="0">
            <a:noFill/>
          </a:ln>
        </p:spPr>
      </p:pic>
      <p:pic>
        <p:nvPicPr>
          <p:cNvPr id="374" name="Рисунок 5" descr="netware.gif"/>
          <p:cNvPicPr/>
          <p:nvPr/>
        </p:nvPicPr>
        <p:blipFill>
          <a:blip r:embed="rId3"/>
          <a:stretch/>
        </p:blipFill>
        <p:spPr>
          <a:xfrm>
            <a:off x="5859360" y="4581360"/>
            <a:ext cx="3284640" cy="227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Picture 2" descr="07_01"/>
          <p:cNvPicPr/>
          <p:nvPr/>
        </p:nvPicPr>
        <p:blipFill>
          <a:blip r:embed="rId1"/>
          <a:stretch/>
        </p:blipFill>
        <p:spPr>
          <a:xfrm>
            <a:off x="1143000" y="1447920"/>
            <a:ext cx="7162920" cy="5199120"/>
          </a:xfrm>
          <a:prstGeom prst="rect">
            <a:avLst/>
          </a:prstGeom>
          <a:ln w="0">
            <a:noFill/>
          </a:ln>
        </p:spPr>
      </p:pic>
      <p:sp>
        <p:nvSpPr>
          <p:cNvPr id="376" name="CustomShape 1"/>
          <p:cNvSpPr/>
          <p:nvPr/>
        </p:nvSpPr>
        <p:spPr>
          <a:xfrm>
            <a:off x="0" y="0"/>
            <a:ext cx="9144000" cy="1434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spcBef>
                <a:spcPts val="2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4400" spc="-1" strike="noStrike">
                <a:solidFill>
                  <a:srgbClr val="464646"/>
                </a:solidFill>
                <a:latin typeface="Times New Roman"/>
              </a:rPr>
              <a:t>Функциональные компоненты сетевой ОС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CustomShape 1"/>
          <p:cNvSpPr/>
          <p:nvPr/>
        </p:nvSpPr>
        <p:spPr>
          <a:xfrm>
            <a:off x="1371600" y="1506600"/>
            <a:ext cx="3287880" cy="4686120"/>
          </a:xfrm>
          <a:prstGeom prst="rect">
            <a:avLst/>
          </a:prstGeom>
          <a:solidFill>
            <a:srgbClr val="2da2b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CustomShape 2"/>
          <p:cNvSpPr/>
          <p:nvPr/>
        </p:nvSpPr>
        <p:spPr>
          <a:xfrm>
            <a:off x="5094360" y="1506600"/>
            <a:ext cx="3287520" cy="4687920"/>
          </a:xfrm>
          <a:prstGeom prst="rect">
            <a:avLst/>
          </a:prstGeom>
          <a:solidFill>
            <a:srgbClr val="fcf7c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CustomShape 3"/>
          <p:cNvSpPr/>
          <p:nvPr/>
        </p:nvSpPr>
        <p:spPr>
          <a:xfrm>
            <a:off x="5378400" y="1627200"/>
            <a:ext cx="145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Компьютер В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CustomShape 4"/>
          <p:cNvSpPr/>
          <p:nvPr/>
        </p:nvSpPr>
        <p:spPr>
          <a:xfrm>
            <a:off x="1663560" y="1627200"/>
            <a:ext cx="1457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Компьютер А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CustomShape 5"/>
          <p:cNvSpPr/>
          <p:nvPr/>
        </p:nvSpPr>
        <p:spPr>
          <a:xfrm>
            <a:off x="2023920" y="2840040"/>
            <a:ext cx="1940040" cy="446040"/>
          </a:xfrm>
          <a:prstGeom prst="rect">
            <a:avLst/>
          </a:prstGeom>
          <a:solidFill>
            <a:srgbClr val="44b9e8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Times New Roman"/>
              </a:rPr>
              <a:t>Редиректор</a:t>
            </a:r>
            <a:r>
              <a:rPr b="0" lang="en-US" sz="14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CustomShape 6"/>
          <p:cNvSpPr/>
          <p:nvPr/>
        </p:nvSpPr>
        <p:spPr>
          <a:xfrm>
            <a:off x="2023920" y="2071800"/>
            <a:ext cx="1940040" cy="446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Приложение А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CustomShape 7"/>
          <p:cNvSpPr/>
          <p:nvPr/>
        </p:nvSpPr>
        <p:spPr>
          <a:xfrm>
            <a:off x="6924600" y="3648240"/>
            <a:ext cx="1111320" cy="688680"/>
          </a:xfrm>
          <a:prstGeom prst="rect">
            <a:avLst/>
          </a:prstGeom>
          <a:solidFill>
            <a:srgbClr val="f8d4dc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Локальная ОС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CustomShape 8"/>
          <p:cNvSpPr/>
          <p:nvPr/>
        </p:nvSpPr>
        <p:spPr>
          <a:xfrm>
            <a:off x="5378400" y="3648240"/>
            <a:ext cx="1109880" cy="688680"/>
          </a:xfrm>
          <a:prstGeom prst="rect">
            <a:avLst/>
          </a:prstGeom>
          <a:solidFill>
            <a:srgbClr val="44b9e8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Times New Roman"/>
              </a:rPr>
              <a:t>Серверная часть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CustomShape 9"/>
          <p:cNvSpPr/>
          <p:nvPr/>
        </p:nvSpPr>
        <p:spPr>
          <a:xfrm>
            <a:off x="3174840" y="3649680"/>
            <a:ext cx="1200240" cy="687240"/>
          </a:xfrm>
          <a:prstGeom prst="rect">
            <a:avLst/>
          </a:prstGeom>
          <a:solidFill>
            <a:srgbClr val="44b9e8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Times New Roman"/>
              </a:rPr>
              <a:t>Клиентская часть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CustomShape 10"/>
          <p:cNvSpPr/>
          <p:nvPr/>
        </p:nvSpPr>
        <p:spPr>
          <a:xfrm>
            <a:off x="1663560" y="3648240"/>
            <a:ext cx="1109880" cy="688680"/>
          </a:xfrm>
          <a:prstGeom prst="rect">
            <a:avLst/>
          </a:prstGeom>
          <a:solidFill>
            <a:srgbClr val="f8d4dc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Локальная ОС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CustomShape 11"/>
          <p:cNvSpPr/>
          <p:nvPr/>
        </p:nvSpPr>
        <p:spPr>
          <a:xfrm>
            <a:off x="2530440" y="5180040"/>
            <a:ext cx="109368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88" name="Group 12"/>
          <p:cNvGrpSpPr/>
          <p:nvPr/>
        </p:nvGrpSpPr>
        <p:grpSpPr>
          <a:xfrm>
            <a:off x="1503360" y="5105520"/>
            <a:ext cx="826920" cy="363240"/>
            <a:chOff x="1503360" y="5105520"/>
            <a:chExt cx="826920" cy="363240"/>
          </a:xfrm>
        </p:grpSpPr>
        <p:sp>
          <p:nvSpPr>
            <p:cNvPr id="389" name="CustomShape 13"/>
            <p:cNvSpPr/>
            <p:nvPr/>
          </p:nvSpPr>
          <p:spPr>
            <a:xfrm>
              <a:off x="1504440" y="5105520"/>
              <a:ext cx="823680" cy="1620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0" name="CustomShape 14"/>
            <p:cNvSpPr/>
            <p:nvPr/>
          </p:nvSpPr>
          <p:spPr>
            <a:xfrm>
              <a:off x="1503360" y="5307120"/>
              <a:ext cx="825120" cy="16164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1" name="Line 15"/>
            <p:cNvSpPr/>
            <p:nvPr/>
          </p:nvSpPr>
          <p:spPr>
            <a:xfrm>
              <a:off x="1503360" y="5185800"/>
              <a:ext cx="360" cy="20268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2" name="Line 16"/>
            <p:cNvSpPr/>
            <p:nvPr/>
          </p:nvSpPr>
          <p:spPr>
            <a:xfrm>
              <a:off x="2329560" y="5185800"/>
              <a:ext cx="720" cy="20268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3" name="CustomShape 17"/>
            <p:cNvSpPr/>
            <p:nvPr/>
          </p:nvSpPr>
          <p:spPr>
            <a:xfrm>
              <a:off x="1515960" y="5292360"/>
              <a:ext cx="799920" cy="961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94" name="CustomShape 18"/>
          <p:cNvSpPr/>
          <p:nvPr/>
        </p:nvSpPr>
        <p:spPr>
          <a:xfrm>
            <a:off x="5962680" y="5810400"/>
            <a:ext cx="2114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Локальные ресурсы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CustomShape 19"/>
          <p:cNvSpPr/>
          <p:nvPr/>
        </p:nvSpPr>
        <p:spPr>
          <a:xfrm>
            <a:off x="1434960" y="5770440"/>
            <a:ext cx="211464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Локальные ресурсы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Line 20"/>
          <p:cNvSpPr/>
          <p:nvPr/>
        </p:nvSpPr>
        <p:spPr>
          <a:xfrm>
            <a:off x="1878120" y="4336920"/>
            <a:ext cx="1440" cy="72864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Line 21"/>
          <p:cNvSpPr/>
          <p:nvPr/>
        </p:nvSpPr>
        <p:spPr>
          <a:xfrm>
            <a:off x="2585880" y="4336920"/>
            <a:ext cx="490680" cy="86832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Line 22"/>
          <p:cNvSpPr/>
          <p:nvPr/>
        </p:nvSpPr>
        <p:spPr>
          <a:xfrm>
            <a:off x="7583400" y="4336920"/>
            <a:ext cx="0" cy="72864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Line 23"/>
          <p:cNvSpPr/>
          <p:nvPr/>
        </p:nvSpPr>
        <p:spPr>
          <a:xfrm>
            <a:off x="2279520" y="3286080"/>
            <a:ext cx="1800" cy="36360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Line 24"/>
          <p:cNvSpPr/>
          <p:nvPr/>
        </p:nvSpPr>
        <p:spPr>
          <a:xfrm>
            <a:off x="3693960" y="3286080"/>
            <a:ext cx="1800" cy="36360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Line 25"/>
          <p:cNvSpPr/>
          <p:nvPr/>
        </p:nvSpPr>
        <p:spPr>
          <a:xfrm>
            <a:off x="2973240" y="2517840"/>
            <a:ext cx="0" cy="323640"/>
          </a:xfrm>
          <a:prstGeom prst="line">
            <a:avLst/>
          </a:prstGeom>
          <a:ln w="9360">
            <a:solidFill>
              <a:srgbClr val="000000"/>
            </a:solidFill>
            <a:miter/>
            <a:tailEnd len="lg" type="triangle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02" name="Group 26"/>
          <p:cNvGrpSpPr/>
          <p:nvPr/>
        </p:nvGrpSpPr>
        <p:grpSpPr>
          <a:xfrm>
            <a:off x="7162920" y="4984920"/>
            <a:ext cx="825480" cy="363240"/>
            <a:chOff x="7162920" y="4984920"/>
            <a:chExt cx="825480" cy="363240"/>
          </a:xfrm>
        </p:grpSpPr>
        <p:sp>
          <p:nvSpPr>
            <p:cNvPr id="403" name="CustomShape 27"/>
            <p:cNvSpPr/>
            <p:nvPr/>
          </p:nvSpPr>
          <p:spPr>
            <a:xfrm>
              <a:off x="7164000" y="4984920"/>
              <a:ext cx="822240" cy="1620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4" name="CustomShape 28"/>
            <p:cNvSpPr/>
            <p:nvPr/>
          </p:nvSpPr>
          <p:spPr>
            <a:xfrm>
              <a:off x="7162920" y="5186520"/>
              <a:ext cx="823680" cy="16164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5" name="Line 29"/>
            <p:cNvSpPr/>
            <p:nvPr/>
          </p:nvSpPr>
          <p:spPr>
            <a:xfrm>
              <a:off x="7162920" y="5065200"/>
              <a:ext cx="360" cy="20268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6" name="Line 30"/>
            <p:cNvSpPr/>
            <p:nvPr/>
          </p:nvSpPr>
          <p:spPr>
            <a:xfrm>
              <a:off x="7987680" y="5065200"/>
              <a:ext cx="720" cy="20268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7" name="CustomShape 31"/>
            <p:cNvSpPr/>
            <p:nvPr/>
          </p:nvSpPr>
          <p:spPr>
            <a:xfrm>
              <a:off x="7175520" y="5171760"/>
              <a:ext cx="798480" cy="961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08" name="Line 32"/>
          <p:cNvSpPr/>
          <p:nvPr/>
        </p:nvSpPr>
        <p:spPr>
          <a:xfrm>
            <a:off x="4379760" y="4010040"/>
            <a:ext cx="997200" cy="1440"/>
          </a:xfrm>
          <a:prstGeom prst="line">
            <a:avLst/>
          </a:prstGeom>
          <a:ln w="9360">
            <a:solidFill>
              <a:srgbClr val="000000"/>
            </a:solidFill>
            <a:prstDash val="sysDash"/>
            <a:miter/>
            <a:headEnd len="lg" type="triangle" w="med"/>
            <a:tailEnd len="lg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CustomShape 33"/>
          <p:cNvSpPr/>
          <p:nvPr/>
        </p:nvSpPr>
        <p:spPr>
          <a:xfrm>
            <a:off x="4408560" y="6473880"/>
            <a:ext cx="882720" cy="231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Сеть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Line 34"/>
          <p:cNvSpPr/>
          <p:nvPr/>
        </p:nvSpPr>
        <p:spPr>
          <a:xfrm>
            <a:off x="4251240" y="4741920"/>
            <a:ext cx="1239840" cy="0"/>
          </a:xfrm>
          <a:prstGeom prst="line">
            <a:avLst/>
          </a:prstGeom>
          <a:ln w="9360">
            <a:solidFill>
              <a:srgbClr val="000000"/>
            </a:solidFill>
            <a:prstDash val="sysDash"/>
            <a:miter/>
            <a:headEnd len="lg" type="triangle" w="med"/>
            <a:tailEnd len="lg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Line 35"/>
          <p:cNvSpPr/>
          <p:nvPr/>
        </p:nvSpPr>
        <p:spPr>
          <a:xfrm>
            <a:off x="6486480" y="4010040"/>
            <a:ext cx="442800" cy="1440"/>
          </a:xfrm>
          <a:prstGeom prst="line">
            <a:avLst/>
          </a:prstGeom>
          <a:ln w="9360">
            <a:solidFill>
              <a:srgbClr val="000000"/>
            </a:solidFill>
            <a:miter/>
            <a:headEnd len="lg" type="triangle" w="med"/>
            <a:tailEnd len="lg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CustomShape 36"/>
          <p:cNvSpPr/>
          <p:nvPr/>
        </p:nvSpPr>
        <p:spPr>
          <a:xfrm>
            <a:off x="5191200" y="1231920"/>
            <a:ext cx="12826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СЕРВЕР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CustomShape 37"/>
          <p:cNvSpPr/>
          <p:nvPr/>
        </p:nvSpPr>
        <p:spPr>
          <a:xfrm>
            <a:off x="1460520" y="1219320"/>
            <a:ext cx="12826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КЛИЕНТ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CustomShape 38"/>
          <p:cNvSpPr/>
          <p:nvPr/>
        </p:nvSpPr>
        <p:spPr>
          <a:xfrm>
            <a:off x="87480" y="19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CustomShape 39"/>
          <p:cNvSpPr/>
          <p:nvPr/>
        </p:nvSpPr>
        <p:spPr>
          <a:xfrm>
            <a:off x="87480" y="19080"/>
            <a:ext cx="91440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/>
            <a:r>
              <a:rPr b="0" lang="en-US" sz="12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CustomShape 40"/>
          <p:cNvSpPr/>
          <p:nvPr/>
        </p:nvSpPr>
        <p:spPr>
          <a:xfrm>
            <a:off x="1295280" y="609480"/>
            <a:ext cx="678204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Взаимодействие программных компонент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CustomShape 41"/>
          <p:cNvSpPr/>
          <p:nvPr/>
        </p:nvSpPr>
        <p:spPr>
          <a:xfrm>
            <a:off x="4157640" y="32148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18" name="Object 42"/>
          <p:cNvGraphicFramePr/>
          <p:nvPr/>
        </p:nvGraphicFramePr>
        <p:xfrm>
          <a:off x="2590920" y="5181480"/>
          <a:ext cx="828720" cy="4287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19" name="Object 4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590920" y="5181480"/>
                    <a:ext cx="828720" cy="4287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20" name="CustomShape 43"/>
          <p:cNvSpPr/>
          <p:nvPr/>
        </p:nvSpPr>
        <p:spPr>
          <a:xfrm>
            <a:off x="4157640" y="32148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21" name="Object 44"/>
          <p:cNvGraphicFramePr/>
          <p:nvPr/>
        </p:nvGraphicFramePr>
        <p:xfrm>
          <a:off x="6477120" y="5334120"/>
          <a:ext cx="828720" cy="42840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422" name="Object 46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6477120" y="5334120"/>
                    <a:ext cx="828720" cy="4284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23" name="Line 45"/>
          <p:cNvSpPr/>
          <p:nvPr/>
        </p:nvSpPr>
        <p:spPr>
          <a:xfrm flipH="1">
            <a:off x="7010280" y="4343400"/>
            <a:ext cx="152640" cy="990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CustomShape 46"/>
          <p:cNvSpPr/>
          <p:nvPr/>
        </p:nvSpPr>
        <p:spPr>
          <a:xfrm>
            <a:off x="4572000" y="3581280"/>
            <a:ext cx="969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Сообщения А - В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25" name="Group 47"/>
          <p:cNvGrpSpPr/>
          <p:nvPr/>
        </p:nvGrpSpPr>
        <p:grpSpPr>
          <a:xfrm>
            <a:off x="3753000" y="4338720"/>
            <a:ext cx="2193840" cy="2085840"/>
            <a:chOff x="3753000" y="4338720"/>
            <a:chExt cx="2193840" cy="2085840"/>
          </a:xfrm>
        </p:grpSpPr>
        <p:sp>
          <p:nvSpPr>
            <p:cNvPr id="426" name="Line 48"/>
            <p:cNvSpPr/>
            <p:nvPr/>
          </p:nvSpPr>
          <p:spPr>
            <a:xfrm>
              <a:off x="5946120" y="4338720"/>
              <a:ext cx="360" cy="2085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headEnd len="lg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7" name="Line 49"/>
            <p:cNvSpPr/>
            <p:nvPr/>
          </p:nvSpPr>
          <p:spPr>
            <a:xfrm>
              <a:off x="3753000" y="4339080"/>
              <a:ext cx="720" cy="2085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" name="Line 50"/>
            <p:cNvSpPr/>
            <p:nvPr/>
          </p:nvSpPr>
          <p:spPr>
            <a:xfrm>
              <a:off x="3753000" y="6424200"/>
              <a:ext cx="2193840" cy="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9" name="CustomShape 51"/>
          <p:cNvSpPr/>
          <p:nvPr/>
        </p:nvSpPr>
        <p:spPr>
          <a:xfrm>
            <a:off x="3311640" y="4691160"/>
            <a:ext cx="955440" cy="566640"/>
          </a:xfrm>
          <a:prstGeom prst="rect">
            <a:avLst/>
          </a:prstGeom>
          <a:solidFill>
            <a:srgbClr val="44b9e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Times New Roman"/>
              </a:rPr>
              <a:t>Драйвер порта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CustomShape 52"/>
          <p:cNvSpPr/>
          <p:nvPr/>
        </p:nvSpPr>
        <p:spPr>
          <a:xfrm>
            <a:off x="5486400" y="4614840"/>
            <a:ext cx="915840" cy="566640"/>
          </a:xfrm>
          <a:prstGeom prst="rect">
            <a:avLst/>
          </a:prstGeom>
          <a:solidFill>
            <a:srgbClr val="44b9e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Times New Roman CYR"/>
                <a:ea typeface="Times New Roman"/>
              </a:rPr>
              <a:t>Драйвер порта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2" descr="07_02"/>
          <p:cNvPicPr/>
          <p:nvPr/>
        </p:nvPicPr>
        <p:blipFill>
          <a:blip r:embed="rId1"/>
          <a:stretch/>
        </p:blipFill>
        <p:spPr>
          <a:xfrm>
            <a:off x="1676520" y="228600"/>
            <a:ext cx="7315200" cy="6248520"/>
          </a:xfrm>
          <a:prstGeom prst="rect">
            <a:avLst/>
          </a:prstGeom>
          <a:ln w="0">
            <a:noFill/>
          </a:ln>
        </p:spPr>
      </p:pic>
      <p:sp>
        <p:nvSpPr>
          <p:cNvPr id="432" name="CustomShape 1"/>
          <p:cNvSpPr/>
          <p:nvPr/>
        </p:nvSpPr>
        <p:spPr>
          <a:xfrm>
            <a:off x="228600" y="76320"/>
            <a:ext cx="914400" cy="6553080"/>
          </a:xfrm>
          <a:prstGeom prst="rect">
            <a:avLst/>
          </a:prstGeom>
          <a:solidFill>
            <a:srgbClr val="cff2f5"/>
          </a:solidFill>
          <a:ln cap="sq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Line 2"/>
          <p:cNvSpPr/>
          <p:nvPr/>
        </p:nvSpPr>
        <p:spPr>
          <a:xfrm>
            <a:off x="228600" y="3048120"/>
            <a:ext cx="914400" cy="0"/>
          </a:xfrm>
          <a:prstGeom prst="line">
            <a:avLst/>
          </a:prstGeom>
          <a:ln cap="sq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Line 3"/>
          <p:cNvSpPr/>
          <p:nvPr/>
        </p:nvSpPr>
        <p:spPr>
          <a:xfrm>
            <a:off x="228600" y="5257800"/>
            <a:ext cx="914400" cy="0"/>
          </a:xfrm>
          <a:prstGeom prst="line">
            <a:avLst/>
          </a:prstGeom>
          <a:ln cap="sq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Line 4"/>
          <p:cNvSpPr/>
          <p:nvPr/>
        </p:nvSpPr>
        <p:spPr>
          <a:xfrm>
            <a:off x="228600" y="4114800"/>
            <a:ext cx="914400" cy="0"/>
          </a:xfrm>
          <a:prstGeom prst="line">
            <a:avLst/>
          </a:prstGeom>
          <a:ln cap="sq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Line 5"/>
          <p:cNvSpPr/>
          <p:nvPr/>
        </p:nvSpPr>
        <p:spPr>
          <a:xfrm>
            <a:off x="228600" y="6019920"/>
            <a:ext cx="914400" cy="0"/>
          </a:xfrm>
          <a:prstGeom prst="line">
            <a:avLst/>
          </a:prstGeom>
          <a:ln cap="sq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Line 6"/>
          <p:cNvSpPr/>
          <p:nvPr/>
        </p:nvSpPr>
        <p:spPr>
          <a:xfrm>
            <a:off x="228600" y="2057400"/>
            <a:ext cx="914400" cy="0"/>
          </a:xfrm>
          <a:prstGeom prst="line">
            <a:avLst/>
          </a:prstGeom>
          <a:ln cap="sq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Line 7"/>
          <p:cNvSpPr/>
          <p:nvPr/>
        </p:nvSpPr>
        <p:spPr>
          <a:xfrm>
            <a:off x="228600" y="1219320"/>
            <a:ext cx="914400" cy="0"/>
          </a:xfrm>
          <a:prstGeom prst="line">
            <a:avLst/>
          </a:prstGeom>
          <a:ln cap="sq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CustomShape 8"/>
          <p:cNvSpPr/>
          <p:nvPr/>
        </p:nvSpPr>
        <p:spPr>
          <a:xfrm>
            <a:off x="457200" y="533520"/>
            <a:ext cx="38088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7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CustomShape 9"/>
          <p:cNvSpPr/>
          <p:nvPr/>
        </p:nvSpPr>
        <p:spPr>
          <a:xfrm>
            <a:off x="457200" y="1295280"/>
            <a:ext cx="38088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CustomShape 10"/>
          <p:cNvSpPr/>
          <p:nvPr/>
        </p:nvSpPr>
        <p:spPr>
          <a:xfrm>
            <a:off x="457200" y="2286000"/>
            <a:ext cx="45720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CustomShape 11"/>
          <p:cNvSpPr/>
          <p:nvPr/>
        </p:nvSpPr>
        <p:spPr>
          <a:xfrm>
            <a:off x="457200" y="3352680"/>
            <a:ext cx="38088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CustomShape 12"/>
          <p:cNvSpPr/>
          <p:nvPr/>
        </p:nvSpPr>
        <p:spPr>
          <a:xfrm>
            <a:off x="457200" y="4419720"/>
            <a:ext cx="45720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CustomShape 13"/>
          <p:cNvSpPr/>
          <p:nvPr/>
        </p:nvSpPr>
        <p:spPr>
          <a:xfrm>
            <a:off x="533520" y="5562720"/>
            <a:ext cx="38088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CustomShape 14"/>
          <p:cNvSpPr/>
          <p:nvPr/>
        </p:nvSpPr>
        <p:spPr>
          <a:xfrm>
            <a:off x="533520" y="6095880"/>
            <a:ext cx="38088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Rectangle 2" descr=""/>
          <p:cNvPicPr/>
          <p:nvPr/>
        </p:nvPicPr>
        <p:blipFill>
          <a:blip r:embed="rId1"/>
          <a:stretch/>
        </p:blipFill>
        <p:spPr>
          <a:xfrm>
            <a:off x="450720" y="268200"/>
            <a:ext cx="8242560" cy="1158840"/>
          </a:xfrm>
          <a:prstGeom prst="rect">
            <a:avLst/>
          </a:prstGeom>
          <a:ln w="0">
            <a:noFill/>
          </a:ln>
        </p:spPr>
      </p:pic>
      <p:sp>
        <p:nvSpPr>
          <p:cNvPr id="447" name="CustomShape 1"/>
          <p:cNvSpPr/>
          <p:nvPr/>
        </p:nvSpPr>
        <p:spPr>
          <a:xfrm>
            <a:off x="1447920" y="1523880"/>
            <a:ext cx="731520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совокупность серверной и клиентской частей ОС, предоставляющих доступ к некоторому ресурсу компьютера через сеть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CustomShape 2"/>
          <p:cNvSpPr/>
          <p:nvPr/>
        </p:nvSpPr>
        <p:spPr>
          <a:xfrm>
            <a:off x="1447920" y="3200400"/>
            <a:ext cx="6248160" cy="764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2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4400" spc="-1" strike="noStrike">
                <a:solidFill>
                  <a:srgbClr val="def5fa"/>
                </a:solidFill>
                <a:latin typeface="Times New Roman"/>
              </a:rPr>
              <a:t>Сетевой сервис –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CustomShape 3"/>
          <p:cNvSpPr/>
          <p:nvPr/>
        </p:nvSpPr>
        <p:spPr>
          <a:xfrm>
            <a:off x="1447920" y="4038480"/>
            <a:ext cx="6400800" cy="82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набор услуг, предоставляемых сетевой службой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Picture 2" descr="07_03"/>
          <p:cNvPicPr/>
          <p:nvPr/>
        </p:nvPicPr>
        <p:blipFill>
          <a:blip r:embed="rId1"/>
          <a:stretch/>
        </p:blipFill>
        <p:spPr>
          <a:xfrm>
            <a:off x="380880" y="996840"/>
            <a:ext cx="8305920" cy="5861160"/>
          </a:xfrm>
          <a:prstGeom prst="rect">
            <a:avLst/>
          </a:prstGeom>
          <a:ln w="0">
            <a:noFill/>
          </a:ln>
        </p:spPr>
      </p:pic>
      <p:sp>
        <p:nvSpPr>
          <p:cNvPr id="451" name="CustomShape 1"/>
          <p:cNvSpPr/>
          <p:nvPr/>
        </p:nvSpPr>
        <p:spPr>
          <a:xfrm>
            <a:off x="228600" y="-152280"/>
            <a:ext cx="861048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4400" spc="-1" strike="noStrike">
                <a:solidFill>
                  <a:srgbClr val="464646"/>
                </a:solidFill>
                <a:latin typeface="Times New Roman"/>
              </a:rPr>
              <a:t>Варианты построения сетевых ОС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Rectangle 2" descr=""/>
          <p:cNvPicPr/>
          <p:nvPr/>
        </p:nvPicPr>
        <p:blipFill>
          <a:blip r:embed="rId1"/>
          <a:stretch/>
        </p:blipFill>
        <p:spPr>
          <a:xfrm>
            <a:off x="987480" y="-6480"/>
            <a:ext cx="8259840" cy="261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roup 1"/>
          <p:cNvGrpSpPr/>
          <p:nvPr/>
        </p:nvGrpSpPr>
        <p:grpSpPr>
          <a:xfrm>
            <a:off x="838080" y="228600"/>
            <a:ext cx="8305560" cy="7486560"/>
            <a:chOff x="838080" y="228600"/>
            <a:chExt cx="8305560" cy="7486560"/>
          </a:xfrm>
        </p:grpSpPr>
        <p:grpSp>
          <p:nvGrpSpPr>
            <p:cNvPr id="454" name="Group 2"/>
            <p:cNvGrpSpPr/>
            <p:nvPr/>
          </p:nvGrpSpPr>
          <p:grpSpPr>
            <a:xfrm>
              <a:off x="844200" y="233280"/>
              <a:ext cx="8292240" cy="7477200"/>
              <a:chOff x="844200" y="233280"/>
              <a:chExt cx="8292240" cy="7477200"/>
            </a:xfrm>
          </p:grpSpPr>
          <p:sp>
            <p:nvSpPr>
              <p:cNvPr id="455" name="CustomShape 3"/>
              <p:cNvSpPr/>
              <p:nvPr/>
            </p:nvSpPr>
            <p:spPr>
              <a:xfrm>
                <a:off x="905400" y="233280"/>
                <a:ext cx="8169840" cy="7477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ru-RU" sz="2400" spc="-1" strike="noStrike">
                    <a:solidFill>
                      <a:srgbClr val="000000"/>
                    </a:solidFill>
                    <a:latin typeface="Symbol"/>
                    <a:ea typeface="Symbol"/>
                  </a:rPr>
                  <a:t>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     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Сетевая ОС с выделенным сервером, поддерживает и одноранговые связи</a:t>
                </a:r>
                <a:endParaRPr b="0" lang="en-US" sz="2400" spc="-1" strike="noStrike">
                  <a:solidFill>
                    <a:srgbClr val="000000"/>
                  </a:solidFill>
                  <a:latin typeface="Times New Roman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ru-RU" sz="2400" spc="-1" strike="noStrike">
                    <a:solidFill>
                      <a:srgbClr val="000000"/>
                    </a:solidFill>
                    <a:latin typeface="Symbol"/>
                    <a:ea typeface="Symbol"/>
                  </a:rPr>
                  <a:t>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     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Серверные платформы: компьютеры на базе процессоров </a:t>
                </a:r>
                <a:br/>
                <a:r>
                  <a:rPr b="0" lang="ru-RU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Intel, PowеrPC, DEC Alpha, MIPS</a:t>
                </a:r>
                <a:endParaRPr b="0" lang="en-US" sz="2400" spc="-1" strike="noStrike">
                  <a:solidFill>
                    <a:srgbClr val="000000"/>
                  </a:solidFill>
                  <a:latin typeface="Times New Roman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ru-RU" sz="2400" spc="-1" strike="noStrike">
                    <a:solidFill>
                      <a:srgbClr val="000000"/>
                    </a:solidFill>
                    <a:latin typeface="Symbol"/>
                    <a:ea typeface="Symbol"/>
                  </a:rPr>
                  <a:t>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     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Клиентские платформы: DOS, OS/2, Windows, Windows for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 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Workgroups, Mac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.</a:t>
                </a:r>
                <a:endParaRPr b="0" lang="en-US" sz="2400" spc="-1" strike="noStrike">
                  <a:solidFill>
                    <a:srgbClr val="000000"/>
                  </a:solidFill>
                  <a:latin typeface="Times New Roman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ru-RU" sz="2400" spc="-1" strike="noStrike">
                    <a:solidFill>
                      <a:srgbClr val="000000"/>
                    </a:solidFill>
                    <a:latin typeface="Symbol"/>
                    <a:ea typeface="Symbol"/>
                  </a:rPr>
                  <a:t>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     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Организация одноранговой сети возможна на основе Windows NT Workstation</a:t>
                </a:r>
                <a:endParaRPr b="0" lang="en-US" sz="2400" spc="-1" strike="noStrike">
                  <a:solidFill>
                    <a:srgbClr val="000000"/>
                  </a:solidFill>
                  <a:latin typeface="Times New Roman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ru-RU" sz="2400" spc="-1" strike="noStrike">
                    <a:solidFill>
                      <a:srgbClr val="000000"/>
                    </a:solidFill>
                    <a:latin typeface="Symbol"/>
                    <a:ea typeface="Symbol"/>
                  </a:rPr>
                  <a:t>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     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Symbol"/>
                    <a:ea typeface="Symbol"/>
                  </a:rPr>
                  <a:t>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     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Служба обработки сообщений - версии Microsoft Mail, основанные на DOS и Windows NT, Microsoft Exchange, интегрированная с остальными службами Windows NT Server</a:t>
                </a:r>
                <a:endParaRPr b="0" lang="en-US" sz="2400" spc="-1" strike="noStrike">
                  <a:solidFill>
                    <a:srgbClr val="000000"/>
                  </a:solidFill>
                  <a:latin typeface="Times New Roman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ru-RU" sz="2400" spc="-1" strike="noStrike">
                    <a:solidFill>
                      <a:srgbClr val="000000"/>
                    </a:solidFill>
                    <a:latin typeface="Symbol"/>
                    <a:ea typeface="Symbol"/>
                  </a:rPr>
                  <a:t>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     </a:t>
                </a:r>
                <a:r>
                  <a:rPr b="0" lang="ru-RU" sz="2400" spc="-1" strike="noStrike">
                    <a:solidFill>
                      <a:srgbClr val="000000"/>
                    </a:solidFill>
                    <a:latin typeface="Tahoma"/>
                    <a:ea typeface="Times New Roman"/>
                  </a:rPr>
                  <a:t>Поддерживаемые сетевые протоколы: TCP/IP, IPX/SPX, NetBEUI, Appletalk</a:t>
                </a:r>
                <a:endParaRPr b="0" lang="en-US" sz="2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456" name="CustomShape 4"/>
              <p:cNvSpPr/>
              <p:nvPr/>
            </p:nvSpPr>
            <p:spPr>
              <a:xfrm>
                <a:off x="844200" y="233280"/>
                <a:ext cx="8292240" cy="7477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57" name="CustomShape 5"/>
            <p:cNvSpPr/>
            <p:nvPr/>
          </p:nvSpPr>
          <p:spPr>
            <a:xfrm>
              <a:off x="838080" y="228600"/>
              <a:ext cx="8305560" cy="748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ustomShape 1"/>
          <p:cNvSpPr/>
          <p:nvPr/>
        </p:nvSpPr>
        <p:spPr>
          <a:xfrm>
            <a:off x="380880" y="228600"/>
            <a:ext cx="8305920" cy="70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Windows NT Server - сервер приложений: вытесняющая многозадачность, виртуальная память и симметричное мультипроцессирование, а также прикладные среды DOS, Windows, OS/2, POSIX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 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Справочные службы: доменная для управления учетной информацией пользователей (Windows NT Domain Directory service), справочные службы имен WINS и DNS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 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Хорошая поддержка совместной работы с сетями NetWare: поставляется клиентская часть для сервера NetWare, выполненная в виде шлюза GWNW в Windows NT Server или редиректора NWCS для Windows NT Workstation; серверная часть - File and Print Service, протокол NW Link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CustomShape 1"/>
          <p:cNvSpPr/>
          <p:nvPr/>
        </p:nvSpPr>
        <p:spPr>
          <a:xfrm>
            <a:off x="1295280" y="228600"/>
            <a:ext cx="7543800" cy="37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 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Служба безопасности: основана на использовании избирательных прав доступа и доверительных отношений между доменами; сертифицирована по уровню C2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 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Простота установки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 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Отличная масштабируемость, SMP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 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Файловые системы: FAT, NTFS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Rectangle 2" descr=""/>
          <p:cNvPicPr/>
          <p:nvPr/>
        </p:nvPicPr>
        <p:blipFill>
          <a:blip r:embed="rId1"/>
          <a:stretch/>
        </p:blipFill>
        <p:spPr>
          <a:xfrm>
            <a:off x="682560" y="1749600"/>
            <a:ext cx="8259840" cy="184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ustomShape 1"/>
          <p:cNvSpPr/>
          <p:nvPr/>
        </p:nvSpPr>
        <p:spPr>
          <a:xfrm>
            <a:off x="533520" y="1752480"/>
            <a:ext cx="8153280" cy="1371600"/>
          </a:xfrm>
          <a:prstGeom prst="rect">
            <a:avLst/>
          </a:prstGeom>
          <a:solidFill>
            <a:srgbClr val="70dae2"/>
          </a:solidFill>
          <a:ln cap="sq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CustomShape 2"/>
          <p:cNvSpPr/>
          <p:nvPr/>
        </p:nvSpPr>
        <p:spPr>
          <a:xfrm>
            <a:off x="838080" y="838080"/>
            <a:ext cx="7543800" cy="5801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2400" spc="-1" strike="noStrike">
                <a:solidFill>
                  <a:srgbClr val="000000"/>
                </a:solidFill>
                <a:latin typeface="Arial"/>
                <a:ea typeface="Arial"/>
              </a:rPr>
              <a:t>Понятие "сеть" в контексте межсетевого </a:t>
            </a:r>
            <a:br/>
            <a:r>
              <a:rPr b="1" i="1" lang="ru-RU" sz="2400" spc="-1" strike="noStrike">
                <a:solidFill>
                  <a:srgbClr val="000000"/>
                </a:solidFill>
                <a:latin typeface="Arial"/>
                <a:ea typeface="Arial"/>
              </a:rPr>
              <a:t>взаимодействия: 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Сеть - совокупность компьютеров, общающихся друг с другом с помощью единого стека протоколов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Internetworking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 - задача объединения транспортных подсистем, отвечающих только за передачу сообщений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Interoperability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 - объединение сетей, использующих разные протоколы более высоких уровней (ОС)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CustomShape 1"/>
          <p:cNvSpPr/>
          <p:nvPr/>
        </p:nvSpPr>
        <p:spPr>
          <a:xfrm>
            <a:off x="1295280" y="457200"/>
            <a:ext cx="7162920" cy="5816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457200" indent="-457200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2400" spc="-1" strike="noStrike">
                <a:solidFill>
                  <a:srgbClr val="000000"/>
                </a:solidFill>
                <a:latin typeface="Arial"/>
                <a:ea typeface="Arial"/>
              </a:rPr>
              <a:t>Методы согласования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 algn="just">
              <a:spcBef>
                <a:spcPts val="15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Использование единого протокола - программа GOSIP (Government OSI Profile)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 algn="just">
              <a:spcBef>
                <a:spcPts val="15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Использование сетевого уровня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 algn="just">
              <a:spcBef>
                <a:spcPts val="15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 algn="just">
              <a:lnSpc>
                <a:spcPct val="100000"/>
              </a:lnSpc>
              <a:spcBef>
                <a:spcPts val="1500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Мультиплексирование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 стеков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 algn="just">
              <a:lnSpc>
                <a:spcPct val="100000"/>
              </a:lnSpc>
              <a:spcBef>
                <a:spcPts val="1500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Трансляция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 (в том числе использование единого сетевого протокола)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 algn="just">
              <a:lnSpc>
                <a:spcPct val="100000"/>
              </a:lnSpc>
              <a:spcBef>
                <a:spcPts val="1500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Инкапсуляция</a:t>
            </a:r>
            <a:r>
              <a:rPr b="0" lang="ru-RU" sz="2400" spc="-1" strike="noStrike">
                <a:solidFill>
                  <a:srgbClr val="000000"/>
                </a:solidFill>
                <a:latin typeface="Tahoma"/>
                <a:ea typeface="Times New Roman"/>
              </a:rPr>
              <a:t> (только для транспортных протоколов)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</TotalTime>
  <Application>LibreOffice/7.0.6.2$Linux_X86_64 LibreOffice_project/00$Build-2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2001-07-26T21:06:28Z</dcterms:created>
  <dc:creator>Кирилл</dc:creator>
  <dc:description/>
  <dc:language>en-US</dc:language>
  <cp:lastModifiedBy>home</cp:lastModifiedBy>
  <dcterms:modified xsi:type="dcterms:W3CDTF">2022-05-30T10:28:24Z</dcterms:modified>
  <cp:revision>8</cp:revision>
  <dc:subject/>
  <dc:title>Сетевые ОС</dc:title>
</cp:coreProperties>
</file>