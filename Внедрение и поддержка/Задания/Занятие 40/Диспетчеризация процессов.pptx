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4/11/2019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47800" y="914400"/>
            <a:ext cx="7406640" cy="1472184"/>
          </a:xfrm>
        </p:spPr>
        <p:txBody>
          <a:bodyPr>
            <a:noAutofit/>
          </a:bodyPr>
          <a:lstStyle/>
          <a:p>
            <a:pPr algn="ctr"/>
            <a:r>
              <a:rPr lang="ru-RU" sz="6600" dirty="0" smtClean="0"/>
              <a:t>Диспетчеризация процессов</a:t>
            </a:r>
            <a:endParaRPr lang="ru-RU" sz="6600" dirty="0"/>
          </a:p>
        </p:txBody>
      </p:sp>
      <p:pic>
        <p:nvPicPr>
          <p:cNvPr id="13314" name="Picture 2" descr="ÐÐ°ÑÑÐ¸Ð½ÐºÐ¸ Ð¿Ð¾ Ð·Ð°Ð¿ÑÐ¾ÑÑ ÐÐ¸ÑÐ¿ÐµÑÑÐµÑ Ð·Ð°Ð´Ð°Ñ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743201"/>
            <a:ext cx="4889615" cy="4114800"/>
          </a:xfrm>
          <a:prstGeom prst="rect">
            <a:avLst/>
          </a:prstGeom>
          <a:noFill/>
        </p:spPr>
      </p:pic>
      <p:pic>
        <p:nvPicPr>
          <p:cNvPr id="13316" name="Picture 4" descr="ÐÐ°ÑÑÐ¸Ð½ÐºÐ¸ Ð¿Ð¾ Ð·Ð°Ð¿ÑÐ¾ÑÑ Ð´Ð¸ÑÐ¿ÐµÑÑÐµÑ Ð·Ð°Ð´Ð°Ñ Ð¼Ð°Ðº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754377"/>
            <a:ext cx="4267200" cy="4103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686800" cy="6477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 smtClean="0"/>
              <a:t>		Одной из важных задач, которую решает ОС является проблема, связанная с определением когда и каким процессам следует выделять ресурсы процессора — задача планирования загрузки процессоров.</a:t>
            </a:r>
          </a:p>
          <a:p>
            <a:pPr algn="just">
              <a:buNone/>
            </a:pPr>
            <a:r>
              <a:rPr lang="ru-RU" b="1" dirty="0" smtClean="0"/>
              <a:t>		Планирование</a:t>
            </a:r>
            <a:r>
              <a:rPr lang="ru-RU" dirty="0" smtClean="0"/>
              <a:t> – формирование очереди процессов, готовых к </a:t>
            </a:r>
          </a:p>
          <a:p>
            <a:pPr algn="just">
              <a:buNone/>
            </a:pPr>
            <a:r>
              <a:rPr lang="ru-RU" dirty="0" smtClean="0"/>
              <a:t>    выполнению.</a:t>
            </a:r>
          </a:p>
          <a:p>
            <a:pPr algn="just">
              <a:buNone/>
            </a:pPr>
            <a:r>
              <a:rPr lang="ru-RU" dirty="0" smtClean="0"/>
              <a:t>		Существуют три</a:t>
            </a:r>
          </a:p>
          <a:p>
            <a:pPr algn="just">
              <a:buNone/>
            </a:pPr>
            <a:r>
              <a:rPr lang="ru-RU" dirty="0" smtClean="0"/>
              <a:t>     уровня такого </a:t>
            </a:r>
            <a:r>
              <a:rPr lang="ru-RU" dirty="0" err="1" smtClean="0"/>
              <a:t>планиро</a:t>
            </a:r>
            <a:r>
              <a:rPr lang="ru-RU" dirty="0" smtClean="0"/>
              <a:t>-</a:t>
            </a:r>
          </a:p>
          <a:p>
            <a:pPr algn="just">
              <a:buNone/>
            </a:pPr>
            <a:r>
              <a:rPr lang="ru-RU" dirty="0" smtClean="0"/>
              <a:t>     </a:t>
            </a:r>
            <a:r>
              <a:rPr lang="ru-RU" dirty="0" err="1" smtClean="0"/>
              <a:t>вания</a:t>
            </a:r>
            <a:r>
              <a:rPr lang="ru-RU" dirty="0" smtClean="0"/>
              <a:t> :</a:t>
            </a:r>
            <a:endParaRPr lang="ru-RU" dirty="0"/>
          </a:p>
        </p:txBody>
      </p:sp>
      <p:sp>
        <p:nvSpPr>
          <p:cNvPr id="28674" name="AutoShape 2" descr="ÐÐ°ÑÑÐ¸Ð½ÐºÐ¸ Ð¿Ð¾ Ð·Ð°Ð¿ÑÐ¾ÑÑ Ð´Ð¸ÑÐ¿ÐµÑÑÐµÑ Ð·Ð°Ð´Ð°Ñ Ð¿ÑÐ¸ÐºÐ¾Ð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676" name="AutoShape 4" descr="ÐÐ°ÑÑÐ¸Ð½ÐºÐ¸ Ð¿Ð¾ Ð·Ð°Ð¿ÑÐ¾ÑÑ Ð´Ð¸ÑÐ¿ÐµÑÑÐµÑ Ð·Ð°Ð´Ð°Ñ Ð¿ÑÐ¸ÐºÐ¾Ð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8677" name="Picture 5" descr="C:\Users\Кирилл\Desktop\1521050433176660993.jpg"/>
          <p:cNvPicPr>
            <a:picLocks noChangeAspect="1" noChangeArrowheads="1"/>
          </p:cNvPicPr>
          <p:nvPr/>
        </p:nvPicPr>
        <p:blipFill>
          <a:blip r:embed="rId2" cstate="print">
            <a:lum bright="20000" contrast="20000"/>
          </a:blip>
          <a:srcRect/>
          <a:stretch>
            <a:fillRect/>
          </a:stretch>
        </p:blipFill>
        <p:spPr bwMode="auto">
          <a:xfrm>
            <a:off x="5257800" y="2988455"/>
            <a:ext cx="3886200" cy="38695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6294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b="1" dirty="0" smtClean="0"/>
              <a:t>		Планирование на верхнем уровне</a:t>
            </a:r>
            <a:r>
              <a:rPr lang="ru-RU" dirty="0" smtClean="0"/>
              <a:t> или планирование заданий — это средства, которые определяют, каким заданиям будет разрешено активно конкурировать за захват ресурсов системы. Вошедшие в систему задания становятся процессами или группами процессов.</a:t>
            </a:r>
          </a:p>
          <a:p>
            <a:pPr algn="just">
              <a:buNone/>
            </a:pPr>
            <a:r>
              <a:rPr lang="ru-RU" b="1" dirty="0" smtClean="0"/>
              <a:t>		Планирование на промежуточном уровне</a:t>
            </a:r>
            <a:r>
              <a:rPr lang="ru-RU" dirty="0" smtClean="0"/>
              <a:t>. Средства этого уровня определяют, каким процессам будет разрешено конкурировать за захват ЦП. Планировщик этого уровня определяет, какие процессы приостанавливаются, а какие возбуждаются для обеспечения равномерной загрузки системы.</a:t>
            </a:r>
          </a:p>
          <a:p>
            <a:pPr algn="just">
              <a:buNone/>
            </a:pPr>
            <a:r>
              <a:rPr lang="ru-RU" b="1" dirty="0" smtClean="0"/>
              <a:t>		Планирование на нижнем уровне</a:t>
            </a:r>
            <a:r>
              <a:rPr lang="ru-RU" dirty="0" smtClean="0"/>
              <a:t>. Средства этого уровня выполняют диспетчерские функции, определяя, какому из готовых к выполнению процессов будут предоставлены ресурсы ЦП.</a:t>
            </a:r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6626" name="Picture 2" descr="Ð£Ð¿ÑÐ°Ð²Ð»ÐµÐ½Ð¸Ðµ Ð¿ÑÐ¾ÑÐµÑÑÐ°Ð¼Ð¸: Ð¿Ð»Ð°Ð½Ð¸ÑÐ¾Ð²Ð°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1" y="0"/>
            <a:ext cx="8077200" cy="68790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629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b="1" dirty="0" smtClean="0"/>
              <a:t>Дисциплина планирования должна быть:</a:t>
            </a:r>
          </a:p>
          <a:p>
            <a:r>
              <a:rPr lang="ru-RU" dirty="0" smtClean="0"/>
              <a:t>справедливой;</a:t>
            </a:r>
          </a:p>
          <a:p>
            <a:r>
              <a:rPr lang="ru-RU" dirty="0" smtClean="0"/>
              <a:t>обеспечивать максимальную пропускную способность системы;</a:t>
            </a:r>
          </a:p>
          <a:p>
            <a:r>
              <a:rPr lang="ru-RU" dirty="0" smtClean="0"/>
              <a:t>приемлемые времена ответа для максимального количества пользователей, работающих в интерактивном режиме;</a:t>
            </a:r>
          </a:p>
          <a:p>
            <a:r>
              <a:rPr lang="ru-RU" dirty="0" smtClean="0"/>
              <a:t>предсказуемость;</a:t>
            </a:r>
          </a:p>
          <a:p>
            <a:r>
              <a:rPr lang="ru-RU" dirty="0" smtClean="0"/>
              <a:t>минимальные накладные расходы;</a:t>
            </a:r>
          </a:p>
          <a:p>
            <a:r>
              <a:rPr lang="ru-RU" dirty="0" smtClean="0"/>
              <a:t>сбалансированное использование ресурсов;</a:t>
            </a:r>
          </a:p>
          <a:p>
            <a:r>
              <a:rPr lang="ru-RU" dirty="0" smtClean="0"/>
              <a:t>сбалансированность времени ответа и коэффициента использования ресурсов;</a:t>
            </a:r>
          </a:p>
          <a:p>
            <a:r>
              <a:rPr lang="ru-RU" dirty="0" smtClean="0"/>
              <a:t>должна исключать бесконечное откладывание процессов;</a:t>
            </a:r>
          </a:p>
          <a:p>
            <a:r>
              <a:rPr lang="ru-RU" dirty="0" smtClean="0"/>
              <a:t>учитывать приоритеты;</a:t>
            </a:r>
          </a:p>
          <a:p>
            <a:r>
              <a:rPr lang="ru-RU" dirty="0" smtClean="0"/>
              <a:t>оказывать предпочтение тем процессам, которые занимают ключевые ресурсы;</a:t>
            </a:r>
          </a:p>
          <a:p>
            <a:r>
              <a:rPr lang="ru-RU" dirty="0" smtClean="0"/>
              <a:t>предусматривать улучшенное обслуживание для процессов, отличающихся «примерным поведением».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ÐÐ°ÑÑÐ¸Ð½ÐºÐ¸ Ð¿Ð¾ Ð·Ð°Ð¿ÑÐ¾ÑÑ Ð´Ð¸ÑÐ¿ÐµÑÑÐµÑ Ð·Ð°Ð´Ð°Ñ windows server 2003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986356" y="3448049"/>
            <a:ext cx="3157644" cy="340995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Планирование с переключением и без переключения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90600" y="1066800"/>
            <a:ext cx="7498080" cy="4800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b="1" dirty="0" smtClean="0"/>
              <a:t>		Планирование без переключения</a:t>
            </a:r>
            <a:r>
              <a:rPr lang="ru-RU" dirty="0" smtClean="0"/>
              <a:t> предусматривает, что после предоставления ресурсов ЦП какому-либо процессу, отобрать ЦП у этого процесса нельзя. Если же ресурсы ЦП можно отобрать, то говорят о </a:t>
            </a:r>
            <a:r>
              <a:rPr lang="ru-RU" b="1" dirty="0" smtClean="0"/>
              <a:t>планировании с переключением</a:t>
            </a:r>
            <a:r>
              <a:rPr lang="ru-RU" dirty="0" smtClean="0"/>
              <a:t>.</a:t>
            </a:r>
          </a:p>
          <a:p>
            <a:pPr algn="just">
              <a:buNone/>
            </a:pPr>
            <a:r>
              <a:rPr lang="ru-RU" dirty="0" smtClean="0"/>
              <a:t>		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Приоритеты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4102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b="1" dirty="0" smtClean="0"/>
              <a:t>Статические</a:t>
            </a:r>
            <a:r>
              <a:rPr lang="ru-RU" dirty="0" smtClean="0"/>
              <a:t> приоритеты не изменяются, такой механизм установки приоритетов достаточно прост и не сопряжен с большими издержками. Однако следует учитывать, что такой механизм недостаточно гибок, т.к. не реагирует на изменение окружающей ситуации.</a:t>
            </a:r>
          </a:p>
          <a:p>
            <a:pPr algn="just"/>
            <a:r>
              <a:rPr lang="ru-RU" b="1" dirty="0" smtClean="0"/>
              <a:t>Динамические</a:t>
            </a:r>
            <a:r>
              <a:rPr lang="ru-RU" dirty="0" smtClean="0"/>
              <a:t> приоритеты позволяют повысить реактивность системы, т.к. реагируют на изменения ситуации, и начальное значение приоритета процесса может быть изменено на новое, более подходящее значение.</a:t>
            </a:r>
          </a:p>
          <a:p>
            <a:pPr algn="just"/>
            <a:r>
              <a:rPr lang="ru-RU" b="1" dirty="0" smtClean="0"/>
              <a:t>Покупаемые</a:t>
            </a:r>
            <a:r>
              <a:rPr lang="ru-RU" dirty="0" smtClean="0"/>
              <a:t> приоритеты дают возможность пользователю повысить приоритет задания и получить более высокий уровень обслуживания за "дополнительную плату" (например, уменьшение кванта времени).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</TotalTime>
  <Words>84</Words>
  <Application>Microsoft Office PowerPoint</Application>
  <PresentationFormat>Экран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Солнцестояние</vt:lpstr>
      <vt:lpstr>Диспетчеризация процессов</vt:lpstr>
      <vt:lpstr>Слайд 2</vt:lpstr>
      <vt:lpstr>Слайд 3</vt:lpstr>
      <vt:lpstr>Слайд 4</vt:lpstr>
      <vt:lpstr>Слайд 5</vt:lpstr>
      <vt:lpstr>Планирование с переключением и без переключения</vt:lpstr>
      <vt:lpstr>Приоритеты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Диспетчеризация процессов</dc:title>
  <dc:creator>Кирилл</dc:creator>
  <cp:lastModifiedBy>Кирилл</cp:lastModifiedBy>
  <cp:revision>6</cp:revision>
  <dcterms:created xsi:type="dcterms:W3CDTF">2019-04-09T04:48:04Z</dcterms:created>
  <dcterms:modified xsi:type="dcterms:W3CDTF">2019-04-11T07:59:42Z</dcterms:modified>
</cp:coreProperties>
</file>