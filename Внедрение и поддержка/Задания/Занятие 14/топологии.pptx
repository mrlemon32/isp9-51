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ppt/_rels/presentation.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0.xml.rels" ContentType="application/vnd.openxmlformats-package.relationships+xml"/>
  <Override PartName="/ppt/slides/_rels/slide21.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6.xml.rels" ContentType="application/vnd.openxmlformats-package.relationships+xml"/>
  <Override PartName="/ppt/slides/_rels/slide22.xml.rels" ContentType="application/vnd.openxmlformats-package.relationships+xml"/>
  <Override PartName="/ppt/slides/_rels/slide15.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_rels/slide9.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slide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6.png" ContentType="image/png"/>
  <Override PartName="/ppt/media/image5.png" ContentType="image/png"/>
  <Override PartName="/ppt/media/image4.png" ContentType="image/png"/>
  <Override PartName="/ppt/media/image3.png" ContentType="image/png"/>
  <Override PartName="/ppt/media/image1.png" ContentType="image/png"/>
  <Override PartName="/ppt/media/image2.png" ContentType="image/png"/>
  <Override PartName="/ppt/media/image7.png" ContentType="image/png"/>
  <Override PartName="/ppt/media/image8.png" ContentType="image/png"/>
  <Override PartName="/ppt/media/image15.jpeg" ContentType="image/jpeg"/>
  <Override PartName="/ppt/media/image13.png" ContentType="image/png"/>
  <Override PartName="/ppt/media/image14.png" ContentType="image/png"/>
  <Override PartName="/ppt/media/image12.png" ContentType="image/png"/>
  <Override PartName="/ppt/media/image11.png" ContentType="image/png"/>
  <Override PartName="/ppt/media/image9.png" ContentType="image/png"/>
  <Override PartName="/ppt/media/image10.png" ContentType="image/png"/>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2.xml" ContentType="application/vnd.openxmlformats-officedocument.presentationml.notesSlide+xml"/>
  <Override PartName="/ppt/notesSlides/notesSlide5.xml" ContentType="application/vnd.openxmlformats-officedocument.presentationml.notesSlide+xml"/>
  <Override PartName="/ppt/notesSlides/_rels/notesSlide11.xml.rels" ContentType="application/vnd.openxmlformats-package.relationships+xml"/>
  <Override PartName="/ppt/notesSlides/_rels/notesSlide5.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2.xml.rels" ContentType="application/vnd.openxmlformats-package.relationships+xml"/>
  <Override PartName="/ppt/notesSlides/_rels/notesSlide15.xml.rels" ContentType="application/vnd.openxmlformats-package.relationships+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_rels/slideMaster4.xml.rels" ContentType="application/vnd.openxmlformats-package.relationships+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presentation.xml" ContentType="application/vnd.openxmlformats-officedocument.presentationml.presentation.main+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slideLayouts/slideLayout6.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41.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7.xml" ContentType="application/vnd.openxmlformats-officedocument.presentationml.slideLayout+xml"/>
  <Override PartName="/ppt/slideLayouts/slideLayout43.xml" ContentType="application/vnd.openxmlformats-officedocument.presentationml.slideLayout+xml"/>
  <Override PartName="/ppt/slideLayouts/slideLayout19.xml" ContentType="application/vnd.openxmlformats-officedocument.presentationml.slideLayout+xml"/>
  <Override PartName="/ppt/slideLayouts/_rels/slideLayout20.xml.rels" ContentType="application/vnd.openxmlformats-package.relationships+xml"/>
  <Override PartName="/ppt/slideLayouts/_rels/slideLayout39.xml.rels" ContentType="application/vnd.openxmlformats-package.relationships+xml"/>
  <Override PartName="/ppt/slideLayouts/_rels/slideLayout45.xml.rels" ContentType="application/vnd.openxmlformats-package.relationships+xml"/>
  <Override PartName="/ppt/slideLayouts/_rels/slideLayout36.xml.rels" ContentType="application/vnd.openxmlformats-package.relationships+xml"/>
  <Override PartName="/ppt/slideLayouts/_rels/slideLayout11.xml.rels" ContentType="application/vnd.openxmlformats-package.relationships+xml"/>
  <Override PartName="/ppt/slideLayouts/_rels/slideLayout35.xml.rels" ContentType="application/vnd.openxmlformats-package.relationships+xml"/>
  <Override PartName="/ppt/slideLayouts/_rels/slideLayout10.xml.rels" ContentType="application/vnd.openxmlformats-package.relationships+xml"/>
  <Override PartName="/ppt/slideLayouts/_rels/slideLayout29.xml.rels" ContentType="application/vnd.openxmlformats-package.relationships+xml"/>
  <Override PartName="/ppt/slideLayouts/_rels/slideLayout34.xml.rels" ContentType="application/vnd.openxmlformats-package.relationships+xml"/>
  <Override PartName="/ppt/slideLayouts/_rels/slideLayout9.xml.rels" ContentType="application/vnd.openxmlformats-package.relationships+xml"/>
  <Override PartName="/ppt/slideLayouts/_rels/slideLayout33.xml.rels" ContentType="application/vnd.openxmlformats-package.relationships+xml"/>
  <Override PartName="/ppt/slideLayouts/_rels/slideLayout8.xml.rels" ContentType="application/vnd.openxmlformats-package.relationships+xml"/>
  <Override PartName="/ppt/slideLayouts/_rels/slideLayout44.xml.rels" ContentType="application/vnd.openxmlformats-package.relationships+xml"/>
  <Override PartName="/ppt/slideLayouts/_rels/slideLayout3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22.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7.xml.rels" ContentType="application/vnd.openxmlformats-package.relationships+xml"/>
  <Override PartName="/ppt/slideLayouts/_rels/slideLayout19.xml.rels" ContentType="application/vnd.openxmlformats-package.relationships+xml"/>
  <Override PartName="/ppt/slideLayouts/_rels/slideLayout3.xml.rels" ContentType="application/vnd.openxmlformats-package.relationships+xml"/>
  <Override PartName="/ppt/slideLayouts/_rels/slideLayout43.xml.rels" ContentType="application/vnd.openxmlformats-package.relationships+xml"/>
  <Override PartName="/ppt/slideLayouts/_rels/slideLayout37.xml.rels" ContentType="application/vnd.openxmlformats-package.relationships+xml"/>
  <Override PartName="/ppt/slideLayouts/_rels/slideLayout42.xml.rels" ContentType="application/vnd.openxmlformats-package.relationships+xml"/>
  <Override PartName="/ppt/slideLayouts/_rels/slideLayout41.xml.rels" ContentType="application/vnd.openxmlformats-package.relationships+xml"/>
  <Override PartName="/ppt/slideLayouts/_rels/slideLayout40.xml.rels" ContentType="application/vnd.openxmlformats-package.relationships+xml"/>
  <Override PartName="/ppt/slideLayouts/_rels/slideLayout7.xml.rels" ContentType="application/vnd.openxmlformats-package.relationships+xml"/>
  <Override PartName="/ppt/slideLayouts/_rels/slideLayout2.xml.rels" ContentType="application/vnd.openxmlformats-package.relationships+xml"/>
  <Override PartName="/ppt/slideLayouts/_rels/slideLayout46.xml.rels" ContentType="application/vnd.openxmlformats-package.relationships+xml"/>
  <Override PartName="/ppt/slideLayouts/_rels/slideLayout18.xml.rels" ContentType="application/vnd.openxmlformats-package.relationships+xml"/>
  <Override PartName="/ppt/slideLayouts/_rels/slideLayout21.xml.rels" ContentType="application/vnd.openxmlformats-package.relationships+xml"/>
  <Override PartName="/ppt/slideLayouts/_rels/slideLayout15.xml.rels" ContentType="application/vnd.openxmlformats-package.relationships+xml"/>
  <Override PartName="/ppt/slideLayouts/_rels/slideLayout17.xml.rels" ContentType="application/vnd.openxmlformats-package.relationships+xml"/>
  <Override PartName="/ppt/slideLayouts/_rels/slideLayout1.xml.rels" ContentType="application/vnd.openxmlformats-package.relationships+xml"/>
  <Override PartName="/ppt/slideLayouts/_rels/slideLayout4.xml.rels" ContentType="application/vnd.openxmlformats-package.relationships+xml"/>
  <Override PartName="/ppt/slideLayouts/_rels/slideLayout48.xml.rels" ContentType="application/vnd.openxmlformats-package.relationships+xml"/>
  <Override PartName="/ppt/slideLayouts/_rels/slideLayout14.xml.rels" ContentType="application/vnd.openxmlformats-package.relationships+xml"/>
  <Override PartName="/ppt/slideLayouts/_rels/slideLayout13.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30.xml.rels" ContentType="application/vnd.openxmlformats-package.relationships+xml"/>
  <Override PartName="/ppt/slideLayouts/_rels/slideLayout25.xml.rels" ContentType="application/vnd.openxmlformats-package.relationships+xml"/>
  <Override PartName="/ppt/slideLayouts/_rels/slideLayout31.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32.xml.rels" ContentType="application/vnd.openxmlformats-package.relationships+xml"/>
  <Override PartName="/ppt/slideLayouts/_rels/slideLayout28.xml.rels" ContentType="application/vnd.openxmlformats-package.relationships+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47.xml" ContentType="application/vnd.openxmlformats-officedocument.presentationml.slideLayout+xml"/>
  <Override PartName="/ppt/slideLayouts/slideLayout22.xml" ContentType="application/vnd.openxmlformats-officedocument.presentationml.slideLayout+xml"/>
  <Override PartName="/ppt/slideLayouts/slideLayout15.xml" ContentType="application/vnd.openxmlformats-officedocument.presentationml.slideLayout+xml"/>
  <Override PartName="/ppt/slideLayouts/slideLayout46.xml" ContentType="application/vnd.openxmlformats-officedocument.presentationml.slideLayout+xml"/>
  <Override PartName="/ppt/slideLayouts/slideLayout21.xml" ContentType="application/vnd.openxmlformats-officedocument.presentationml.slideLayout+xml"/>
  <Override PartName="/ppt/slideLayouts/slideLayout39.xml" ContentType="application/vnd.openxmlformats-officedocument.presentationml.slideLayout+xml"/>
  <Override PartName="/ppt/slideLayouts/slideLayout14.xml" ContentType="application/vnd.openxmlformats-officedocument.presentationml.slideLayout+xml"/>
  <Override PartName="/ppt/slideLayouts/slideLayout12.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13.xml" ContentType="application/vnd.openxmlformats-officedocument.presentationml.slideLayout+xml"/>
  <Override PartName="/ppt/slideLayouts/slideLayout48.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10.xml" ContentType="application/vnd.openxmlformats-officedocument.presentationml.slideLayout+xml"/>
  <Override PartName="/ppt/slideLayouts/slideLayout35.xml" ContentType="application/vnd.openxmlformats-officedocument.presentationml.slideLayout+xml"/>
  <Override PartName="/ppt/slideLayouts/slideLayout11.xml" ContentType="application/vnd.openxmlformats-officedocument.presentationml.slideLayout+xml"/>
  <Override PartName="/ppt/slideLayouts/slideLayout36.xml" ContentType="application/vnd.openxmlformats-officedocument.presentationml.slideLayout+xml"/>
  <Override PartName="/ppt/slideLayouts/slideLayout8.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20.xml" ContentType="application/vnd.openxmlformats-officedocument.presentationml.slideLayout+xml"/>
  <Override PartName="/ppt/slideLayouts/slideLayout9.xml" ContentType="application/vnd.openxmlformats-officedocument.presentationml.slideLayout+xml"/>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9144000" cy="68580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Rectangle 1"/>
          <p:cNvSpPr/>
          <p:nvPr/>
        </p:nvSpPr>
        <p:spPr>
          <a:xfrm>
            <a:off x="0" y="0"/>
            <a:ext cx="6858000" cy="9144000"/>
          </a:xfrm>
          <a:prstGeom prst="rect">
            <a:avLst/>
          </a:prstGeom>
          <a:solidFill>
            <a:srgbClr val="ffffff"/>
          </a:solidFill>
          <a:ln w="0">
            <a:noFill/>
          </a:ln>
        </p:spPr>
      </p:sp>
      <p:sp>
        <p:nvSpPr>
          <p:cNvPr id="215" name="PlaceHolder 2"/>
          <p:cNvSpPr>
            <a:spLocks noGrp="1"/>
          </p:cNvSpPr>
          <p:nvPr>
            <p:ph type="hdr"/>
          </p:nvPr>
        </p:nvSpPr>
        <p:spPr>
          <a:xfrm>
            <a:off x="-360" y="0"/>
            <a:ext cx="2971800" cy="457200"/>
          </a:xfrm>
          <a:prstGeom prst="rect">
            <a:avLst/>
          </a:prstGeom>
        </p:spPr>
        <p:txBody>
          <a:bodyPr lIns="90000" rIns="90000" tIns="46800" bIns="46800">
            <a:noAutofit/>
          </a:bodyPr>
          <a:p>
            <a:endParaRPr b="0" lang="en-US" sz="2400" spc="-1" strike="noStrike">
              <a:latin typeface="Times New Roman"/>
            </a:endParaRPr>
          </a:p>
        </p:txBody>
      </p:sp>
      <p:sp>
        <p:nvSpPr>
          <p:cNvPr id="216" name="PlaceHolder 3"/>
          <p:cNvSpPr>
            <a:spLocks noGrp="1"/>
          </p:cNvSpPr>
          <p:nvPr>
            <p:ph type="dt"/>
          </p:nvPr>
        </p:nvSpPr>
        <p:spPr>
          <a:xfrm>
            <a:off x="3884400" y="0"/>
            <a:ext cx="2971800" cy="457200"/>
          </a:xfrm>
          <a:prstGeom prst="rect">
            <a:avLst/>
          </a:prstGeom>
        </p:spPr>
        <p:txBody>
          <a:bodyPr lIns="90000" rIns="90000" tIns="46800" bIns="46800">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1200" spc="-1" strike="noStrike">
                <a:latin typeface="Calibri"/>
              </a:rPr>
              <a:t>&lt;date/time&gt;</a:t>
            </a:r>
            <a:endParaRPr b="0" lang="en-US" sz="1200" spc="-1" strike="noStrike">
              <a:latin typeface="Times New Roman"/>
            </a:endParaRPr>
          </a:p>
        </p:txBody>
      </p:sp>
      <p:sp>
        <p:nvSpPr>
          <p:cNvPr id="217" name="PlaceHolder 4"/>
          <p:cNvSpPr>
            <a:spLocks noGrp="1"/>
          </p:cNvSpPr>
          <p:nvPr>
            <p:ph type="sldImg"/>
          </p:nvPr>
        </p:nvSpPr>
        <p:spPr>
          <a:xfrm>
            <a:off x="1143000" y="685440"/>
            <a:ext cx="4572000" cy="3429000"/>
          </a:xfrm>
          <a:prstGeom prst="rect">
            <a:avLst/>
          </a:prstGeom>
        </p:spPr>
        <p:txBody>
          <a:bodyPr lIns="90000" rIns="90000" tIns="46800" bIns="46800" anchor="ctr">
            <a:noAutofit/>
          </a:bodyPr>
          <a:p>
            <a:r>
              <a:rPr b="0" lang="en-US" sz="4000" spc="-1" strike="noStrike">
                <a:solidFill>
                  <a:srgbClr val="424456"/>
                </a:solidFill>
                <a:latin typeface="Trebuchet MS"/>
              </a:rPr>
              <a:t>Click to move the slide</a:t>
            </a:r>
            <a:endParaRPr b="0" lang="en-US" sz="4000" spc="-1" strike="noStrike">
              <a:solidFill>
                <a:srgbClr val="424456"/>
              </a:solidFill>
              <a:latin typeface="Trebuchet MS"/>
            </a:endParaRPr>
          </a:p>
        </p:txBody>
      </p:sp>
      <p:sp>
        <p:nvSpPr>
          <p:cNvPr id="218" name="PlaceHolder 5"/>
          <p:cNvSpPr>
            <a:spLocks noGrp="1"/>
          </p:cNvSpPr>
          <p:nvPr>
            <p:ph type="body"/>
          </p:nvPr>
        </p:nvSpPr>
        <p:spPr>
          <a:xfrm>
            <a:off x="685800" y="4343400"/>
            <a:ext cx="5486400" cy="4114800"/>
          </a:xfrm>
          <a:prstGeom prst="rect">
            <a:avLst/>
          </a:prstGeom>
        </p:spPr>
        <p:txBody>
          <a:bodyPr lIns="90000" rIns="90000" tIns="46800" bIns="46800">
            <a:noAutofit/>
          </a:bodyPr>
          <a:p>
            <a:r>
              <a:rPr b="0" lang="en-US" sz="1200" spc="-1" strike="noStrike">
                <a:solidFill>
                  <a:srgbClr val="000000"/>
                </a:solidFill>
                <a:latin typeface="Calibri"/>
              </a:rPr>
              <a:t>Click to edit the notes format</a:t>
            </a:r>
            <a:endParaRPr b="0" lang="en-US" sz="1200" spc="-1" strike="noStrike">
              <a:solidFill>
                <a:srgbClr val="000000"/>
              </a:solidFill>
              <a:latin typeface="Calibri"/>
            </a:endParaRPr>
          </a:p>
        </p:txBody>
      </p:sp>
      <p:sp>
        <p:nvSpPr>
          <p:cNvPr id="219" name="PlaceHolder 6"/>
          <p:cNvSpPr>
            <a:spLocks noGrp="1"/>
          </p:cNvSpPr>
          <p:nvPr>
            <p:ph type="ftr"/>
          </p:nvPr>
        </p:nvSpPr>
        <p:spPr>
          <a:xfrm>
            <a:off x="-360" y="8685360"/>
            <a:ext cx="2971800" cy="457200"/>
          </a:xfrm>
          <a:prstGeom prst="rect">
            <a:avLst/>
          </a:prstGeom>
        </p:spPr>
        <p:txBody>
          <a:bodyPr lIns="90000" rIns="90000" tIns="46800" bIns="46800" anchor="b">
            <a:noAutofit/>
          </a:bodyPr>
          <a:p>
            <a:endParaRPr b="0" lang="en-US" sz="2400" spc="-1" strike="noStrike">
              <a:latin typeface="Times New Roman"/>
            </a:endParaRPr>
          </a:p>
        </p:txBody>
      </p:sp>
      <p:sp>
        <p:nvSpPr>
          <p:cNvPr id="220" name="PlaceHolder 7"/>
          <p:cNvSpPr>
            <a:spLocks noGrp="1"/>
          </p:cNvSpPr>
          <p:nvPr>
            <p:ph type="sldNum"/>
          </p:nvPr>
        </p:nvSpPr>
        <p:spPr>
          <a:xfrm>
            <a:off x="3884400" y="8685360"/>
            <a:ext cx="2971800" cy="457200"/>
          </a:xfrm>
          <a:prstGeom prst="rect">
            <a:avLst/>
          </a:prstGeom>
        </p:spPr>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02AC3D1-B0E8-42AE-8B6B-D4EF50C58E3D}" type="slidenum">
              <a:rPr b="0" lang="ru-RU" sz="1200" spc="-1" strike="noStrike">
                <a:latin typeface="Calibri"/>
              </a:rPr>
              <a:t>&lt;number&gt;</a:t>
            </a:fld>
            <a:endParaRPr b="0" lang="en-US" sz="12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sldImg"/>
          </p:nvPr>
        </p:nvSpPr>
        <p:spPr>
          <a:xfrm>
            <a:off x="1143000" y="685800"/>
            <a:ext cx="4572000" cy="3429000"/>
          </a:xfrm>
          <a:prstGeom prst="rect">
            <a:avLst/>
          </a:prstGeom>
        </p:spPr>
      </p:sp>
      <p:sp>
        <p:nvSpPr>
          <p:cNvPr id="266" name="PlaceHolder 2"/>
          <p:cNvSpPr>
            <a:spLocks noGrp="1"/>
          </p:cNvSpPr>
          <p:nvPr>
            <p:ph type="body"/>
          </p:nvPr>
        </p:nvSpPr>
        <p:spPr>
          <a:xfrm>
            <a:off x="685800" y="4343400"/>
            <a:ext cx="5486400" cy="4114800"/>
          </a:xfrm>
          <a:prstGeom prst="rect">
            <a:avLst/>
          </a:prstGeom>
        </p:spPr>
        <p:txBody>
          <a:bodyP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1200" spc="-1" strike="noStrike">
                <a:solidFill>
                  <a:srgbClr val="000000"/>
                </a:solidFill>
                <a:latin typeface="Calibri"/>
              </a:rPr>
              <a:t>При организации компьютерной сети исключительно важным является выбор топологии. Это непростая задача! Чтобы решить ее необходимо знать какие бывают сетевые топологии.</a:t>
            </a:r>
            <a:endParaRPr b="0" lang="en-US" sz="1200" spc="-1" strike="noStrike">
              <a:solidFill>
                <a:srgbClr val="000000"/>
              </a:solidFill>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Calibri"/>
            </a:endParaRPr>
          </a:p>
        </p:txBody>
      </p:sp>
      <p:sp>
        <p:nvSpPr>
          <p:cNvPr id="267" name="CustomShape 3"/>
          <p:cNvSpPr/>
          <p:nvPr/>
        </p:nvSpPr>
        <p:spPr>
          <a:xfrm>
            <a:off x="3884760" y="8685360"/>
            <a:ext cx="2971800" cy="4572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30AB710-93B6-4947-BE8E-C535008854DE}" type="slidenum">
              <a:rPr b="0" lang="ru-RU" sz="1200" spc="-1" strike="noStrike">
                <a:solidFill>
                  <a:srgbClr val="000000"/>
                </a:solidFill>
                <a:latin typeface="Calibri"/>
              </a:rPr>
              <a:t>&lt;number&gt;</a:t>
            </a:fld>
            <a:endParaRPr b="0" lang="en-US" sz="12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sldImg"/>
          </p:nvPr>
        </p:nvSpPr>
        <p:spPr>
          <a:xfrm>
            <a:off x="1143000" y="685800"/>
            <a:ext cx="4572000" cy="3429000"/>
          </a:xfrm>
          <a:prstGeom prst="rect">
            <a:avLst/>
          </a:prstGeom>
        </p:spPr>
      </p:sp>
      <p:sp>
        <p:nvSpPr>
          <p:cNvPr id="269" name="PlaceHolder 2"/>
          <p:cNvSpPr>
            <a:spLocks noGrp="1"/>
          </p:cNvSpPr>
          <p:nvPr>
            <p:ph type="body"/>
          </p:nvPr>
        </p:nvSpPr>
        <p:spPr>
          <a:xfrm>
            <a:off x="685800" y="4343400"/>
            <a:ext cx="5486400" cy="4114800"/>
          </a:xfrm>
          <a:prstGeom prst="rect">
            <a:avLst/>
          </a:prstGeom>
        </p:spPr>
        <p:txBody>
          <a:bodyP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1200" spc="-1" strike="noStrike">
                <a:solidFill>
                  <a:srgbClr val="000000"/>
                </a:solidFill>
                <a:latin typeface="Calibri"/>
              </a:rPr>
              <a:t>Но основных (базовых) топологий – три:</a:t>
            </a:r>
            <a:endParaRPr b="0" lang="en-US" sz="1200" spc="-1" strike="noStrike">
              <a:solidFill>
                <a:srgbClr val="000000"/>
              </a:solidFill>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Calibri"/>
            </a:endParaRPr>
          </a:p>
        </p:txBody>
      </p:sp>
      <p:sp>
        <p:nvSpPr>
          <p:cNvPr id="270" name="CustomShape 3"/>
          <p:cNvSpPr/>
          <p:nvPr/>
        </p:nvSpPr>
        <p:spPr>
          <a:xfrm>
            <a:off x="3884760" y="8685360"/>
            <a:ext cx="2971800" cy="4572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F4A929C-1FCF-40CB-B65F-51C958E0D088}" type="slidenum">
              <a:rPr b="0" lang="ru-RU" sz="1200" spc="-1" strike="noStrike">
                <a:solidFill>
                  <a:srgbClr val="000000"/>
                </a:solidFill>
                <a:latin typeface="Calibri"/>
              </a:rPr>
              <a:t>&lt;number&gt;</a:t>
            </a:fld>
            <a:endParaRPr b="0" lang="en-US" sz="12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sldImg"/>
          </p:nvPr>
        </p:nvSpPr>
        <p:spPr>
          <a:xfrm>
            <a:off x="1143000" y="685800"/>
            <a:ext cx="4572000" cy="3429000"/>
          </a:xfrm>
          <a:prstGeom prst="rect">
            <a:avLst/>
          </a:prstGeom>
        </p:spPr>
      </p:sp>
      <p:sp>
        <p:nvSpPr>
          <p:cNvPr id="272" name="PlaceHolder 2"/>
          <p:cNvSpPr>
            <a:spLocks noGrp="1"/>
          </p:cNvSpPr>
          <p:nvPr>
            <p:ph type="body"/>
          </p:nvPr>
        </p:nvSpPr>
        <p:spPr>
          <a:xfrm>
            <a:off x="685800" y="4343400"/>
            <a:ext cx="5486400" cy="4114800"/>
          </a:xfrm>
          <a:prstGeom prst="rect">
            <a:avLst/>
          </a:prstGeom>
        </p:spPr>
        <p:txBody>
          <a:bodyP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1200" spc="-1" strike="noStrike">
                <a:solidFill>
                  <a:srgbClr val="000000"/>
                </a:solidFill>
                <a:latin typeface="Calibri"/>
              </a:rPr>
              <a:t>Последний компьютер подключается к первому и кольцо замыкается</a:t>
            </a:r>
            <a:endParaRPr b="0" lang="en-US" sz="1200" spc="-1" strike="noStrike">
              <a:solidFill>
                <a:srgbClr val="000000"/>
              </a:solidFill>
              <a:latin typeface="Calibri"/>
            </a:endParaRPr>
          </a:p>
        </p:txBody>
      </p:sp>
      <p:sp>
        <p:nvSpPr>
          <p:cNvPr id="273" name="CustomShape 3"/>
          <p:cNvSpPr/>
          <p:nvPr/>
        </p:nvSpPr>
        <p:spPr>
          <a:xfrm>
            <a:off x="3884760" y="8685360"/>
            <a:ext cx="2971800" cy="4572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0296DE7-F5E0-4D50-8B08-3E18402F6F9F}" type="slidenum">
              <a:rPr b="0" lang="ru-RU" sz="1200" spc="-1" strike="noStrike">
                <a:solidFill>
                  <a:srgbClr val="000000"/>
                </a:solidFill>
                <a:latin typeface="Calibri"/>
              </a:rPr>
              <a:t>&lt;number&gt;</a:t>
            </a:fld>
            <a:endParaRPr b="0" lang="en-US" sz="12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sldImg"/>
          </p:nvPr>
        </p:nvSpPr>
        <p:spPr>
          <a:xfrm>
            <a:off x="1143000" y="685800"/>
            <a:ext cx="4572000" cy="3429000"/>
          </a:xfrm>
          <a:prstGeom prst="rect">
            <a:avLst/>
          </a:prstGeom>
        </p:spPr>
      </p:sp>
      <p:sp>
        <p:nvSpPr>
          <p:cNvPr id="275" name="PlaceHolder 2"/>
          <p:cNvSpPr>
            <a:spLocks noGrp="1"/>
          </p:cNvSpPr>
          <p:nvPr>
            <p:ph type="body"/>
          </p:nvPr>
        </p:nvSpPr>
        <p:spPr>
          <a:xfrm>
            <a:off x="685800" y="4343400"/>
            <a:ext cx="5486400" cy="4114800"/>
          </a:xfrm>
          <a:prstGeom prst="rect">
            <a:avLst/>
          </a:prstGeom>
        </p:spPr>
        <p:txBody>
          <a:bodyPr lIns="0" rIns="0" tIns="0" bIns="0">
            <a:noAutofit/>
          </a:bodyPr>
          <a:p>
            <a:endParaRPr b="0" lang="en-US" sz="1200" spc="-1" strike="noStrike">
              <a:solidFill>
                <a:srgbClr val="000000"/>
              </a:solidFill>
              <a:latin typeface="Calibri"/>
            </a:endParaRPr>
          </a:p>
        </p:txBody>
      </p:sp>
      <p:sp>
        <p:nvSpPr>
          <p:cNvPr id="276" name="CustomShape 3"/>
          <p:cNvSpPr/>
          <p:nvPr/>
        </p:nvSpPr>
        <p:spPr>
          <a:xfrm>
            <a:off x="3884760" y="8685360"/>
            <a:ext cx="2971800" cy="4572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CC8DC7F-DD6C-4604-B520-959071F69836}" type="slidenum">
              <a:rPr b="0" lang="ru-RU" sz="1200" spc="-1" strike="noStrike">
                <a:solidFill>
                  <a:srgbClr val="000000"/>
                </a:solidFill>
                <a:latin typeface="Calibri"/>
              </a:rPr>
              <a:t>&lt;number&gt;</a:t>
            </a:fld>
            <a:endParaRPr b="0" lang="en-US" sz="12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sldImg"/>
          </p:nvPr>
        </p:nvSpPr>
        <p:spPr>
          <a:xfrm>
            <a:off x="1143000" y="685800"/>
            <a:ext cx="4572000" cy="3429000"/>
          </a:xfrm>
          <a:prstGeom prst="rect">
            <a:avLst/>
          </a:prstGeom>
        </p:spPr>
      </p:sp>
      <p:sp>
        <p:nvSpPr>
          <p:cNvPr id="278" name="PlaceHolder 2"/>
          <p:cNvSpPr>
            <a:spLocks noGrp="1"/>
          </p:cNvSpPr>
          <p:nvPr>
            <p:ph type="body"/>
          </p:nvPr>
        </p:nvSpPr>
        <p:spPr>
          <a:xfrm>
            <a:off x="685800" y="4343400"/>
            <a:ext cx="5486400" cy="4114800"/>
          </a:xfrm>
          <a:prstGeom prst="rect">
            <a:avLst/>
          </a:prstGeom>
        </p:spPr>
        <p:txBody>
          <a:bodyP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1200" spc="-1" strike="noStrike">
                <a:solidFill>
                  <a:srgbClr val="000000"/>
                </a:solidFill>
                <a:latin typeface="Calibri"/>
              </a:rPr>
              <a:t>Топологию пассивная звезда называют топология «звезда-шина»</a:t>
            </a:r>
            <a:endParaRPr b="0" lang="en-US" sz="1200" spc="-1" strike="noStrike">
              <a:solidFill>
                <a:srgbClr val="000000"/>
              </a:solidFill>
              <a:latin typeface="Calibri"/>
            </a:endParaRPr>
          </a:p>
        </p:txBody>
      </p:sp>
      <p:sp>
        <p:nvSpPr>
          <p:cNvPr id="279" name="CustomShape 3"/>
          <p:cNvSpPr/>
          <p:nvPr/>
        </p:nvSpPr>
        <p:spPr>
          <a:xfrm>
            <a:off x="3884760" y="8685360"/>
            <a:ext cx="2971800" cy="4572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D98FA3E-99A3-4B0F-8327-3D10D511F7CA}" type="slidenum">
              <a:rPr b="0" lang="ru-RU" sz="1200" spc="-1" strike="noStrike">
                <a:solidFill>
                  <a:srgbClr val="000000"/>
                </a:solidFill>
                <a:latin typeface="Calibri"/>
              </a:rPr>
              <a:t>&lt;number&gt;</a:t>
            </a:fld>
            <a:endParaRPr b="0" lang="en-US" sz="12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ldImg"/>
          </p:nvPr>
        </p:nvSpPr>
        <p:spPr>
          <a:xfrm>
            <a:off x="1143000" y="685800"/>
            <a:ext cx="4572000" cy="3429000"/>
          </a:xfrm>
          <a:prstGeom prst="rect">
            <a:avLst/>
          </a:prstGeom>
        </p:spPr>
      </p:sp>
      <p:sp>
        <p:nvSpPr>
          <p:cNvPr id="281" name="PlaceHolder 2"/>
          <p:cNvSpPr>
            <a:spLocks noGrp="1"/>
          </p:cNvSpPr>
          <p:nvPr>
            <p:ph type="body"/>
          </p:nvPr>
        </p:nvSpPr>
        <p:spPr>
          <a:xfrm>
            <a:off x="685800" y="4343400"/>
            <a:ext cx="5486400" cy="4114800"/>
          </a:xfrm>
          <a:prstGeom prst="rect">
            <a:avLst/>
          </a:prstGeom>
        </p:spPr>
        <p:txBody>
          <a:bodyP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1200" spc="-1" strike="noStrike">
                <a:solidFill>
                  <a:srgbClr val="000000"/>
                </a:solidFill>
                <a:latin typeface="Calibri"/>
              </a:rPr>
              <a:t>Весь обмен информацией идет исключительно через центральный компьютер, на который таким способом ложится очень большая нагрузка, потому ничем другим, кроме сети, он заниматься не может. Как правило, именно центральный компьютер является самым мощным, и именно на него возлагаются все функции по управлению обменом. Никакие конфликты в сети с топологией звезда в принципе невозможны, потому что управление полностью централизовано.</a:t>
            </a:r>
            <a:endParaRPr b="0" lang="en-US" sz="1200" spc="-1" strike="noStrike">
              <a:solidFill>
                <a:srgbClr val="000000"/>
              </a:solidFill>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Calibri"/>
            </a:endParaRPr>
          </a:p>
        </p:txBody>
      </p:sp>
      <p:sp>
        <p:nvSpPr>
          <p:cNvPr id="282" name="CustomShape 3"/>
          <p:cNvSpPr/>
          <p:nvPr/>
        </p:nvSpPr>
        <p:spPr>
          <a:xfrm>
            <a:off x="3884760" y="8685360"/>
            <a:ext cx="2971800" cy="4572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DD65A30-A0D6-4786-8DB9-0F5731BA2033}" type="slidenum">
              <a:rPr b="0" lang="ru-RU" sz="1200" spc="-1" strike="noStrike">
                <a:solidFill>
                  <a:srgbClr val="000000"/>
                </a:solidFill>
                <a:latin typeface="Calibri"/>
              </a:rPr>
              <a:t>&lt;number&gt;</a:t>
            </a:fld>
            <a:endParaRPr b="0" lang="en-US" sz="12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sldImg"/>
          </p:nvPr>
        </p:nvSpPr>
        <p:spPr>
          <a:xfrm>
            <a:off x="1143000" y="685800"/>
            <a:ext cx="4572000" cy="3429000"/>
          </a:xfrm>
          <a:prstGeom prst="rect">
            <a:avLst/>
          </a:prstGeom>
        </p:spPr>
      </p:sp>
      <p:sp>
        <p:nvSpPr>
          <p:cNvPr id="284" name="PlaceHolder 2"/>
          <p:cNvSpPr>
            <a:spLocks noGrp="1"/>
          </p:cNvSpPr>
          <p:nvPr>
            <p:ph type="body"/>
          </p:nvPr>
        </p:nvSpPr>
        <p:spPr>
          <a:xfrm>
            <a:off x="685800" y="4343400"/>
            <a:ext cx="5486400" cy="4114800"/>
          </a:xfrm>
          <a:prstGeom prst="rect">
            <a:avLst/>
          </a:prstGeom>
        </p:spPr>
        <p:txBody>
          <a:bodyPr lIns="0" rIns="0" tIns="0" bIns="0">
            <a:noAutofit/>
          </a:bodyPr>
          <a:p>
            <a:endParaRPr b="0" lang="en-US" sz="1200" spc="-1" strike="noStrike">
              <a:solidFill>
                <a:srgbClr val="000000"/>
              </a:solidFill>
              <a:latin typeface="Calibri"/>
            </a:endParaRPr>
          </a:p>
        </p:txBody>
      </p:sp>
      <p:sp>
        <p:nvSpPr>
          <p:cNvPr id="285" name="CustomShape 3"/>
          <p:cNvSpPr/>
          <p:nvPr/>
        </p:nvSpPr>
        <p:spPr>
          <a:xfrm>
            <a:off x="3884760" y="8685360"/>
            <a:ext cx="2971800" cy="4572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2B8B0A6-D6A9-44FB-ACDC-F13EC927CCD3}" type="slidenum">
              <a:rPr b="0" lang="ru-RU" sz="1200" spc="-1" strike="noStrike">
                <a:solidFill>
                  <a:srgbClr val="000000"/>
                </a:solidFill>
                <a:latin typeface="Calibri"/>
              </a:rPr>
              <a:t>&lt;number&gt;</a:t>
            </a:fld>
            <a:endParaRPr b="0" lang="en-US" sz="12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sldImg"/>
          </p:nvPr>
        </p:nvSpPr>
        <p:spPr>
          <a:xfrm>
            <a:off x="1143000" y="685800"/>
            <a:ext cx="4572000" cy="3429000"/>
          </a:xfrm>
          <a:prstGeom prst="rect">
            <a:avLst/>
          </a:prstGeom>
        </p:spPr>
      </p:sp>
      <p:sp>
        <p:nvSpPr>
          <p:cNvPr id="287" name="PlaceHolder 2"/>
          <p:cNvSpPr>
            <a:spLocks noGrp="1"/>
          </p:cNvSpPr>
          <p:nvPr>
            <p:ph type="body"/>
          </p:nvPr>
        </p:nvSpPr>
        <p:spPr>
          <a:xfrm>
            <a:off x="685800" y="4343400"/>
            <a:ext cx="5486400" cy="4114800"/>
          </a:xfrm>
          <a:prstGeom prst="rect">
            <a:avLst/>
          </a:prstGeom>
        </p:spPr>
        <p:txBody>
          <a:bodyP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1200" spc="-1" strike="noStrike">
                <a:solidFill>
                  <a:srgbClr val="000000"/>
                </a:solidFill>
                <a:latin typeface="Calibri"/>
              </a:rPr>
              <a:t>Каждый компьютер имеет множество возможных путей соединения с другими компьютерами. Обрыв кабеля не приведёт к потере соединения между двумя компьютерами.</a:t>
            </a:r>
            <a:endParaRPr b="0" lang="en-US" sz="1200" spc="-1" strike="noStrike">
              <a:solidFill>
                <a:srgbClr val="000000"/>
              </a:solidFill>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1200" spc="-1" strike="noStrike">
                <a:solidFill>
                  <a:srgbClr val="000000"/>
                </a:solidFill>
                <a:latin typeface="Calibri"/>
              </a:rPr>
              <a:t>Эта топология допускает соединение большого количества компьютеров и характерна, как правило, для крупных сетей.</a:t>
            </a:r>
            <a:endParaRPr b="0" lang="en-US" sz="1200" spc="-1" strike="noStrike">
              <a:solidFill>
                <a:srgbClr val="000000"/>
              </a:solidFill>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1200" spc="-1" strike="noStrike">
                <a:solidFill>
                  <a:srgbClr val="000000"/>
                </a:solidFill>
                <a:latin typeface="Calibri"/>
              </a:rPr>
              <a:t> </a:t>
            </a:r>
            <a:r>
              <a:rPr b="0" lang="ru-RU" sz="1200" spc="-1" strike="noStrike">
                <a:solidFill>
                  <a:srgbClr val="000000"/>
                </a:solidFill>
                <a:latin typeface="Calibri"/>
              </a:rPr>
              <a:t>Если узлы образуют регулярную многомерную решетку и каждое ребро решетки параллельно ее оси и соединяет два смежных узла вдоль этой оси, то такая топология называется «решетка»</a:t>
            </a:r>
            <a:endParaRPr b="0" lang="en-US" sz="1200" spc="-1" strike="noStrike">
              <a:solidFill>
                <a:srgbClr val="000000"/>
              </a:solidFill>
              <a:latin typeface="Calibri"/>
            </a:endParaRPr>
          </a:p>
        </p:txBody>
      </p:sp>
      <p:sp>
        <p:nvSpPr>
          <p:cNvPr id="288" name="CustomShape 3"/>
          <p:cNvSpPr/>
          <p:nvPr/>
        </p:nvSpPr>
        <p:spPr>
          <a:xfrm>
            <a:off x="3884760" y="8685360"/>
            <a:ext cx="2971800" cy="4572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3ED727B-D3FD-4C51-8F7C-82693CD9C68A}" type="slidenum">
              <a:rPr b="0" lang="ru-RU" sz="1200" spc="-1" strike="noStrike">
                <a:solidFill>
                  <a:srgbClr val="000000"/>
                </a:solidFill>
                <a:latin typeface="Calibri"/>
              </a:rPr>
              <a:t>&lt;number&gt;</a:t>
            </a:fld>
            <a:endParaRPr b="0" lang="en-US" sz="12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sldImg"/>
          </p:nvPr>
        </p:nvSpPr>
        <p:spPr>
          <a:xfrm>
            <a:off x="1143000" y="685800"/>
            <a:ext cx="4572000" cy="3429000"/>
          </a:xfrm>
          <a:prstGeom prst="rect">
            <a:avLst/>
          </a:prstGeom>
        </p:spPr>
      </p:sp>
      <p:sp>
        <p:nvSpPr>
          <p:cNvPr id="290" name="PlaceHolder 2"/>
          <p:cNvSpPr>
            <a:spLocks noGrp="1"/>
          </p:cNvSpPr>
          <p:nvPr>
            <p:ph type="body"/>
          </p:nvPr>
        </p:nvSpPr>
        <p:spPr>
          <a:xfrm>
            <a:off x="685800" y="4343400"/>
            <a:ext cx="5486400" cy="4114800"/>
          </a:xfrm>
          <a:prstGeom prst="rect">
            <a:avLst/>
          </a:prstGeom>
        </p:spPr>
        <p:txBody>
          <a:bodyP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1200" spc="-1" strike="noStrike">
                <a:solidFill>
                  <a:srgbClr val="000000"/>
                </a:solidFill>
                <a:latin typeface="Calibri"/>
              </a:rPr>
              <a:t>Для повышения отказоустойчивости, сеть строится на волоконно-оптических кольцах образующих основной и резервный путь для передачи данных. Первое кольцо используется для передачи данных, а второе не используется. При выходе из строя 1-го кольца оно объединяется со 2-м и сеть продолжает функционировать. Данные при этом по первому кольцу передаются в одном направлении, а по второму в обратном. </a:t>
            </a:r>
            <a:endParaRPr b="0" lang="en-US" sz="1200" spc="-1" strike="noStrike">
              <a:solidFill>
                <a:srgbClr val="000000"/>
              </a:solidFill>
              <a:latin typeface="Calibri"/>
            </a:endParaRPr>
          </a:p>
        </p:txBody>
      </p:sp>
      <p:sp>
        <p:nvSpPr>
          <p:cNvPr id="291" name="CustomShape 3"/>
          <p:cNvSpPr/>
          <p:nvPr/>
        </p:nvSpPr>
        <p:spPr>
          <a:xfrm>
            <a:off x="3884760" y="8685360"/>
            <a:ext cx="2971800" cy="4572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FFF496B-7934-4DC3-B463-A00C9FF1E6A8}" type="slidenum">
              <a:rPr b="0" lang="ru-RU" sz="1200" spc="-1" strike="noStrike">
                <a:solidFill>
                  <a:srgbClr val="000000"/>
                </a:solidFill>
                <a:latin typeface="Calibri"/>
              </a:rPr>
              <a:t>&lt;number&gt;</a:t>
            </a:fld>
            <a:endParaRPr b="0" lang="en-US" sz="12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sldImg"/>
          </p:nvPr>
        </p:nvSpPr>
        <p:spPr>
          <a:xfrm>
            <a:off x="1143000" y="685800"/>
            <a:ext cx="4572000" cy="3429000"/>
          </a:xfrm>
          <a:prstGeom prst="rect">
            <a:avLst/>
          </a:prstGeom>
        </p:spPr>
      </p:sp>
      <p:sp>
        <p:nvSpPr>
          <p:cNvPr id="293" name="PlaceHolder 2"/>
          <p:cNvSpPr>
            <a:spLocks noGrp="1"/>
          </p:cNvSpPr>
          <p:nvPr>
            <p:ph type="body"/>
          </p:nvPr>
        </p:nvSpPr>
        <p:spPr>
          <a:xfrm>
            <a:off x="685800" y="4343400"/>
            <a:ext cx="5486400" cy="4114800"/>
          </a:xfrm>
          <a:prstGeom prst="rect">
            <a:avLst/>
          </a:prstGeom>
        </p:spPr>
        <p:txBody>
          <a:bodyP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1200" spc="-1" strike="noStrike">
                <a:solidFill>
                  <a:srgbClr val="000000"/>
                </a:solidFill>
                <a:latin typeface="Calibri"/>
              </a:rPr>
              <a:t>Смешанная топология —преобладает в крупных сетях с произвольными связями между компьютерами. </a:t>
            </a:r>
            <a:endParaRPr b="0" lang="en-US" sz="1200" spc="-1" strike="noStrike">
              <a:solidFill>
                <a:srgbClr val="000000"/>
              </a:solidFill>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1200" spc="-1" strike="noStrike">
                <a:solidFill>
                  <a:srgbClr val="000000"/>
                </a:solidFill>
                <a:latin typeface="Calibri"/>
              </a:rPr>
              <a:t>Применяется достаточно часто и комбинированная топология, например звездно шинная, звездно кольцевая.</a:t>
            </a:r>
            <a:endParaRPr b="0" lang="en-US" sz="1200" spc="-1" strike="noStrike">
              <a:solidFill>
                <a:srgbClr val="000000"/>
              </a:solidFill>
              <a:latin typeface="Calibri"/>
            </a:endParaRPr>
          </a:p>
        </p:txBody>
      </p:sp>
      <p:sp>
        <p:nvSpPr>
          <p:cNvPr id="294" name="CustomShape 3"/>
          <p:cNvSpPr/>
          <p:nvPr/>
        </p:nvSpPr>
        <p:spPr>
          <a:xfrm>
            <a:off x="3884760" y="8685360"/>
            <a:ext cx="2971800" cy="4572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9414B30-1170-4E8D-9CEA-AEF6F829DF66}" type="slidenum">
              <a:rPr b="0" lang="ru-RU" sz="1200" spc="-1" strike="noStrike">
                <a:solidFill>
                  <a:srgbClr val="000000"/>
                </a:solidFill>
                <a:latin typeface="Calibri"/>
              </a:rPr>
              <a:t>&lt;number&gt;</a:t>
            </a:fld>
            <a:endParaRPr b="0" lang="en-US" sz="12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19" name="PlaceHolder 2"/>
          <p:cNvSpPr>
            <a:spLocks noGrp="1"/>
          </p:cNvSpPr>
          <p:nvPr>
            <p:ph type="subTitle"/>
          </p:nvPr>
        </p:nvSpPr>
        <p:spPr>
          <a:xfrm>
            <a:off x="457200" y="2249640"/>
            <a:ext cx="8229600" cy="4324320"/>
          </a:xfrm>
          <a:prstGeom prst="rect">
            <a:avLst/>
          </a:prstGeom>
        </p:spPr>
        <p:txBody>
          <a:bodyPr lIns="0" rIns="0" tIns="0" bIns="0" anchor="ctr">
            <a:noAutofit/>
          </a:bodyPr>
          <a:p>
            <a:pPr marL="109440" algn="ctr">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21" name="PlaceHolder 2"/>
          <p:cNvSpPr>
            <a:spLocks noGrp="1"/>
          </p:cNvSpPr>
          <p:nvPr>
            <p:ph type="body"/>
          </p:nvPr>
        </p:nvSpPr>
        <p:spPr>
          <a:xfrm>
            <a:off x="457200" y="2249640"/>
            <a:ext cx="8229600" cy="432432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23" name="PlaceHolder 2"/>
          <p:cNvSpPr>
            <a:spLocks noGrp="1"/>
          </p:cNvSpPr>
          <p:nvPr>
            <p:ph type="body"/>
          </p:nvPr>
        </p:nvSpPr>
        <p:spPr>
          <a:xfrm>
            <a:off x="457200" y="2249640"/>
            <a:ext cx="4015800" cy="432432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24" name="PlaceHolder 3"/>
          <p:cNvSpPr>
            <a:spLocks noGrp="1"/>
          </p:cNvSpPr>
          <p:nvPr>
            <p:ph type="body"/>
          </p:nvPr>
        </p:nvSpPr>
        <p:spPr>
          <a:xfrm>
            <a:off x="4674240" y="2249640"/>
            <a:ext cx="4015800" cy="432432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5"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6" name="PlaceHolder 1"/>
          <p:cNvSpPr>
            <a:spLocks noGrp="1"/>
          </p:cNvSpPr>
          <p:nvPr>
            <p:ph type="subTitle"/>
          </p:nvPr>
        </p:nvSpPr>
        <p:spPr>
          <a:xfrm>
            <a:off x="457200" y="1142640"/>
            <a:ext cx="8229600" cy="4945680"/>
          </a:xfrm>
          <a:prstGeom prst="rect">
            <a:avLst/>
          </a:prstGeom>
        </p:spPr>
        <p:txBody>
          <a:bodyPr lIns="0" rIns="0" tIns="0" bIns="0" anchor="ctr">
            <a:noAutofit/>
          </a:bodyPr>
          <a:p>
            <a:pPr marL="109440" algn="ctr">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28" name="PlaceHolder 2"/>
          <p:cNvSpPr>
            <a:spLocks noGrp="1"/>
          </p:cNvSpPr>
          <p:nvPr>
            <p:ph type="body"/>
          </p:nvPr>
        </p:nvSpPr>
        <p:spPr>
          <a:xfrm>
            <a:off x="45720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29" name="PlaceHolder 3"/>
          <p:cNvSpPr>
            <a:spLocks noGrp="1"/>
          </p:cNvSpPr>
          <p:nvPr>
            <p:ph type="body"/>
          </p:nvPr>
        </p:nvSpPr>
        <p:spPr>
          <a:xfrm>
            <a:off x="4674240" y="2249640"/>
            <a:ext cx="4015800" cy="432432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30" name="PlaceHolder 4"/>
          <p:cNvSpPr>
            <a:spLocks noGrp="1"/>
          </p:cNvSpPr>
          <p:nvPr>
            <p:ph type="body"/>
          </p:nvPr>
        </p:nvSpPr>
        <p:spPr>
          <a:xfrm>
            <a:off x="457200" y="450828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32" name="PlaceHolder 2"/>
          <p:cNvSpPr>
            <a:spLocks noGrp="1"/>
          </p:cNvSpPr>
          <p:nvPr>
            <p:ph type="body"/>
          </p:nvPr>
        </p:nvSpPr>
        <p:spPr>
          <a:xfrm>
            <a:off x="457200" y="2249640"/>
            <a:ext cx="4015800" cy="432432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33" name="PlaceHolder 3"/>
          <p:cNvSpPr>
            <a:spLocks noGrp="1"/>
          </p:cNvSpPr>
          <p:nvPr>
            <p:ph type="body"/>
          </p:nvPr>
        </p:nvSpPr>
        <p:spPr>
          <a:xfrm>
            <a:off x="467424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34" name="PlaceHolder 4"/>
          <p:cNvSpPr>
            <a:spLocks noGrp="1"/>
          </p:cNvSpPr>
          <p:nvPr>
            <p:ph type="body"/>
          </p:nvPr>
        </p:nvSpPr>
        <p:spPr>
          <a:xfrm>
            <a:off x="4674240" y="450828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36" name="PlaceHolder 2"/>
          <p:cNvSpPr>
            <a:spLocks noGrp="1"/>
          </p:cNvSpPr>
          <p:nvPr>
            <p:ph type="body"/>
          </p:nvPr>
        </p:nvSpPr>
        <p:spPr>
          <a:xfrm>
            <a:off x="45720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37" name="PlaceHolder 3"/>
          <p:cNvSpPr>
            <a:spLocks noGrp="1"/>
          </p:cNvSpPr>
          <p:nvPr>
            <p:ph type="body"/>
          </p:nvPr>
        </p:nvSpPr>
        <p:spPr>
          <a:xfrm>
            <a:off x="467424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38" name="PlaceHolder 4"/>
          <p:cNvSpPr>
            <a:spLocks noGrp="1"/>
          </p:cNvSpPr>
          <p:nvPr>
            <p:ph type="body"/>
          </p:nvPr>
        </p:nvSpPr>
        <p:spPr>
          <a:xfrm>
            <a:off x="457200" y="4508280"/>
            <a:ext cx="822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40" name="PlaceHolder 2"/>
          <p:cNvSpPr>
            <a:spLocks noGrp="1"/>
          </p:cNvSpPr>
          <p:nvPr>
            <p:ph type="body"/>
          </p:nvPr>
        </p:nvSpPr>
        <p:spPr>
          <a:xfrm>
            <a:off x="457200" y="2249640"/>
            <a:ext cx="822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41" name="PlaceHolder 3"/>
          <p:cNvSpPr>
            <a:spLocks noGrp="1"/>
          </p:cNvSpPr>
          <p:nvPr>
            <p:ph type="body"/>
          </p:nvPr>
        </p:nvSpPr>
        <p:spPr>
          <a:xfrm>
            <a:off x="457200" y="4508280"/>
            <a:ext cx="822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43" name="PlaceHolder 2"/>
          <p:cNvSpPr>
            <a:spLocks noGrp="1"/>
          </p:cNvSpPr>
          <p:nvPr>
            <p:ph type="body"/>
          </p:nvPr>
        </p:nvSpPr>
        <p:spPr>
          <a:xfrm>
            <a:off x="45720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44" name="PlaceHolder 3"/>
          <p:cNvSpPr>
            <a:spLocks noGrp="1"/>
          </p:cNvSpPr>
          <p:nvPr>
            <p:ph type="body"/>
          </p:nvPr>
        </p:nvSpPr>
        <p:spPr>
          <a:xfrm>
            <a:off x="467424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45" name="PlaceHolder 4"/>
          <p:cNvSpPr>
            <a:spLocks noGrp="1"/>
          </p:cNvSpPr>
          <p:nvPr>
            <p:ph type="body"/>
          </p:nvPr>
        </p:nvSpPr>
        <p:spPr>
          <a:xfrm>
            <a:off x="457200" y="450828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46" name="PlaceHolder 5"/>
          <p:cNvSpPr>
            <a:spLocks noGrp="1"/>
          </p:cNvSpPr>
          <p:nvPr>
            <p:ph type="body"/>
          </p:nvPr>
        </p:nvSpPr>
        <p:spPr>
          <a:xfrm>
            <a:off x="4674240" y="450828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48" name="PlaceHolder 2"/>
          <p:cNvSpPr>
            <a:spLocks noGrp="1"/>
          </p:cNvSpPr>
          <p:nvPr>
            <p:ph type="body"/>
          </p:nvPr>
        </p:nvSpPr>
        <p:spPr>
          <a:xfrm>
            <a:off x="457200" y="224964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49" name="PlaceHolder 3"/>
          <p:cNvSpPr>
            <a:spLocks noGrp="1"/>
          </p:cNvSpPr>
          <p:nvPr>
            <p:ph type="body"/>
          </p:nvPr>
        </p:nvSpPr>
        <p:spPr>
          <a:xfrm>
            <a:off x="3239640" y="224964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50" name="PlaceHolder 4"/>
          <p:cNvSpPr>
            <a:spLocks noGrp="1"/>
          </p:cNvSpPr>
          <p:nvPr>
            <p:ph type="body"/>
          </p:nvPr>
        </p:nvSpPr>
        <p:spPr>
          <a:xfrm>
            <a:off x="6022080" y="224964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51" name="PlaceHolder 5"/>
          <p:cNvSpPr>
            <a:spLocks noGrp="1"/>
          </p:cNvSpPr>
          <p:nvPr>
            <p:ph type="body"/>
          </p:nvPr>
        </p:nvSpPr>
        <p:spPr>
          <a:xfrm>
            <a:off x="457200" y="450828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52" name="PlaceHolder 6"/>
          <p:cNvSpPr>
            <a:spLocks noGrp="1"/>
          </p:cNvSpPr>
          <p:nvPr>
            <p:ph type="body"/>
          </p:nvPr>
        </p:nvSpPr>
        <p:spPr>
          <a:xfrm>
            <a:off x="3239640" y="450828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53" name="PlaceHolder 7"/>
          <p:cNvSpPr>
            <a:spLocks noGrp="1"/>
          </p:cNvSpPr>
          <p:nvPr>
            <p:ph type="body"/>
          </p:nvPr>
        </p:nvSpPr>
        <p:spPr>
          <a:xfrm>
            <a:off x="6022080" y="450828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71" name="PlaceHolder 2"/>
          <p:cNvSpPr>
            <a:spLocks noGrp="1"/>
          </p:cNvSpPr>
          <p:nvPr>
            <p:ph type="subTitle"/>
          </p:nvPr>
        </p:nvSpPr>
        <p:spPr>
          <a:xfrm>
            <a:off x="457200" y="2249640"/>
            <a:ext cx="8229600" cy="4324320"/>
          </a:xfrm>
          <a:prstGeom prst="rect">
            <a:avLst/>
          </a:prstGeom>
        </p:spPr>
        <p:txBody>
          <a:bodyPr lIns="0" rIns="0" tIns="0" bIns="0" anchor="ctr">
            <a:noAutofit/>
          </a:bodyPr>
          <a:p>
            <a:pPr marL="109440" algn="ctr">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73" name="PlaceHolder 2"/>
          <p:cNvSpPr>
            <a:spLocks noGrp="1"/>
          </p:cNvSpPr>
          <p:nvPr>
            <p:ph type="body"/>
          </p:nvPr>
        </p:nvSpPr>
        <p:spPr>
          <a:xfrm>
            <a:off x="457200" y="2249640"/>
            <a:ext cx="8229600" cy="432432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75" name="PlaceHolder 2"/>
          <p:cNvSpPr>
            <a:spLocks noGrp="1"/>
          </p:cNvSpPr>
          <p:nvPr>
            <p:ph type="body"/>
          </p:nvPr>
        </p:nvSpPr>
        <p:spPr>
          <a:xfrm>
            <a:off x="457200" y="2249640"/>
            <a:ext cx="4015800" cy="432432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76" name="PlaceHolder 3"/>
          <p:cNvSpPr>
            <a:spLocks noGrp="1"/>
          </p:cNvSpPr>
          <p:nvPr>
            <p:ph type="body"/>
          </p:nvPr>
        </p:nvSpPr>
        <p:spPr>
          <a:xfrm>
            <a:off x="4674240" y="2249640"/>
            <a:ext cx="4015800" cy="432432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77"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78" name="PlaceHolder 1"/>
          <p:cNvSpPr>
            <a:spLocks noGrp="1"/>
          </p:cNvSpPr>
          <p:nvPr>
            <p:ph type="subTitle"/>
          </p:nvPr>
        </p:nvSpPr>
        <p:spPr>
          <a:xfrm>
            <a:off x="457200" y="1142640"/>
            <a:ext cx="8229600" cy="4945680"/>
          </a:xfrm>
          <a:prstGeom prst="rect">
            <a:avLst/>
          </a:prstGeom>
        </p:spPr>
        <p:txBody>
          <a:bodyPr lIns="0" rIns="0" tIns="0" bIns="0" anchor="ctr">
            <a:noAutofit/>
          </a:bodyPr>
          <a:p>
            <a:pPr marL="109440" algn="ctr">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80" name="PlaceHolder 2"/>
          <p:cNvSpPr>
            <a:spLocks noGrp="1"/>
          </p:cNvSpPr>
          <p:nvPr>
            <p:ph type="body"/>
          </p:nvPr>
        </p:nvSpPr>
        <p:spPr>
          <a:xfrm>
            <a:off x="45720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81" name="PlaceHolder 3"/>
          <p:cNvSpPr>
            <a:spLocks noGrp="1"/>
          </p:cNvSpPr>
          <p:nvPr>
            <p:ph type="body"/>
          </p:nvPr>
        </p:nvSpPr>
        <p:spPr>
          <a:xfrm>
            <a:off x="4674240" y="2249640"/>
            <a:ext cx="4015800" cy="432432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82" name="PlaceHolder 4"/>
          <p:cNvSpPr>
            <a:spLocks noGrp="1"/>
          </p:cNvSpPr>
          <p:nvPr>
            <p:ph type="body"/>
          </p:nvPr>
        </p:nvSpPr>
        <p:spPr>
          <a:xfrm>
            <a:off x="457200" y="450828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84" name="PlaceHolder 2"/>
          <p:cNvSpPr>
            <a:spLocks noGrp="1"/>
          </p:cNvSpPr>
          <p:nvPr>
            <p:ph type="body"/>
          </p:nvPr>
        </p:nvSpPr>
        <p:spPr>
          <a:xfrm>
            <a:off x="457200" y="2249640"/>
            <a:ext cx="4015800" cy="432432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85" name="PlaceHolder 3"/>
          <p:cNvSpPr>
            <a:spLocks noGrp="1"/>
          </p:cNvSpPr>
          <p:nvPr>
            <p:ph type="body"/>
          </p:nvPr>
        </p:nvSpPr>
        <p:spPr>
          <a:xfrm>
            <a:off x="467424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86" name="PlaceHolder 4"/>
          <p:cNvSpPr>
            <a:spLocks noGrp="1"/>
          </p:cNvSpPr>
          <p:nvPr>
            <p:ph type="body"/>
          </p:nvPr>
        </p:nvSpPr>
        <p:spPr>
          <a:xfrm>
            <a:off x="4674240" y="450828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88" name="PlaceHolder 2"/>
          <p:cNvSpPr>
            <a:spLocks noGrp="1"/>
          </p:cNvSpPr>
          <p:nvPr>
            <p:ph type="body"/>
          </p:nvPr>
        </p:nvSpPr>
        <p:spPr>
          <a:xfrm>
            <a:off x="45720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89" name="PlaceHolder 3"/>
          <p:cNvSpPr>
            <a:spLocks noGrp="1"/>
          </p:cNvSpPr>
          <p:nvPr>
            <p:ph type="body"/>
          </p:nvPr>
        </p:nvSpPr>
        <p:spPr>
          <a:xfrm>
            <a:off x="467424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90" name="PlaceHolder 4"/>
          <p:cNvSpPr>
            <a:spLocks noGrp="1"/>
          </p:cNvSpPr>
          <p:nvPr>
            <p:ph type="body"/>
          </p:nvPr>
        </p:nvSpPr>
        <p:spPr>
          <a:xfrm>
            <a:off x="457200" y="4508280"/>
            <a:ext cx="822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92" name="PlaceHolder 2"/>
          <p:cNvSpPr>
            <a:spLocks noGrp="1"/>
          </p:cNvSpPr>
          <p:nvPr>
            <p:ph type="body"/>
          </p:nvPr>
        </p:nvSpPr>
        <p:spPr>
          <a:xfrm>
            <a:off x="457200" y="2249640"/>
            <a:ext cx="822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93" name="PlaceHolder 3"/>
          <p:cNvSpPr>
            <a:spLocks noGrp="1"/>
          </p:cNvSpPr>
          <p:nvPr>
            <p:ph type="body"/>
          </p:nvPr>
        </p:nvSpPr>
        <p:spPr>
          <a:xfrm>
            <a:off x="457200" y="4508280"/>
            <a:ext cx="822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95" name="PlaceHolder 2"/>
          <p:cNvSpPr>
            <a:spLocks noGrp="1"/>
          </p:cNvSpPr>
          <p:nvPr>
            <p:ph type="body"/>
          </p:nvPr>
        </p:nvSpPr>
        <p:spPr>
          <a:xfrm>
            <a:off x="45720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96" name="PlaceHolder 3"/>
          <p:cNvSpPr>
            <a:spLocks noGrp="1"/>
          </p:cNvSpPr>
          <p:nvPr>
            <p:ph type="body"/>
          </p:nvPr>
        </p:nvSpPr>
        <p:spPr>
          <a:xfrm>
            <a:off x="467424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97" name="PlaceHolder 4"/>
          <p:cNvSpPr>
            <a:spLocks noGrp="1"/>
          </p:cNvSpPr>
          <p:nvPr>
            <p:ph type="body"/>
          </p:nvPr>
        </p:nvSpPr>
        <p:spPr>
          <a:xfrm>
            <a:off x="457200" y="450828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98" name="PlaceHolder 5"/>
          <p:cNvSpPr>
            <a:spLocks noGrp="1"/>
          </p:cNvSpPr>
          <p:nvPr>
            <p:ph type="body"/>
          </p:nvPr>
        </p:nvSpPr>
        <p:spPr>
          <a:xfrm>
            <a:off x="4674240" y="450828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100" name="PlaceHolder 2"/>
          <p:cNvSpPr>
            <a:spLocks noGrp="1"/>
          </p:cNvSpPr>
          <p:nvPr>
            <p:ph type="body"/>
          </p:nvPr>
        </p:nvSpPr>
        <p:spPr>
          <a:xfrm>
            <a:off x="457200" y="224964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01" name="PlaceHolder 3"/>
          <p:cNvSpPr>
            <a:spLocks noGrp="1"/>
          </p:cNvSpPr>
          <p:nvPr>
            <p:ph type="body"/>
          </p:nvPr>
        </p:nvSpPr>
        <p:spPr>
          <a:xfrm>
            <a:off x="3239640" y="224964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02" name="PlaceHolder 4"/>
          <p:cNvSpPr>
            <a:spLocks noGrp="1"/>
          </p:cNvSpPr>
          <p:nvPr>
            <p:ph type="body"/>
          </p:nvPr>
        </p:nvSpPr>
        <p:spPr>
          <a:xfrm>
            <a:off x="6022080" y="224964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03" name="PlaceHolder 5"/>
          <p:cNvSpPr>
            <a:spLocks noGrp="1"/>
          </p:cNvSpPr>
          <p:nvPr>
            <p:ph type="body"/>
          </p:nvPr>
        </p:nvSpPr>
        <p:spPr>
          <a:xfrm>
            <a:off x="457200" y="450828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04" name="PlaceHolder 6"/>
          <p:cNvSpPr>
            <a:spLocks noGrp="1"/>
          </p:cNvSpPr>
          <p:nvPr>
            <p:ph type="body"/>
          </p:nvPr>
        </p:nvSpPr>
        <p:spPr>
          <a:xfrm>
            <a:off x="3239640" y="450828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05" name="PlaceHolder 7"/>
          <p:cNvSpPr>
            <a:spLocks noGrp="1"/>
          </p:cNvSpPr>
          <p:nvPr>
            <p:ph type="body"/>
          </p:nvPr>
        </p:nvSpPr>
        <p:spPr>
          <a:xfrm>
            <a:off x="6022080" y="450828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4"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125" name="PlaceHolder 2"/>
          <p:cNvSpPr>
            <a:spLocks noGrp="1"/>
          </p:cNvSpPr>
          <p:nvPr>
            <p:ph type="subTitle"/>
          </p:nvPr>
        </p:nvSpPr>
        <p:spPr>
          <a:xfrm>
            <a:off x="457200" y="2249640"/>
            <a:ext cx="8229600" cy="4324320"/>
          </a:xfrm>
          <a:prstGeom prst="rect">
            <a:avLst/>
          </a:prstGeom>
        </p:spPr>
        <p:txBody>
          <a:bodyPr lIns="0" rIns="0" tIns="0" bIns="0" anchor="ctr">
            <a:noAutofit/>
          </a:bodyPr>
          <a:p>
            <a:pPr marL="109440" algn="ctr">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127" name="PlaceHolder 2"/>
          <p:cNvSpPr>
            <a:spLocks noGrp="1"/>
          </p:cNvSpPr>
          <p:nvPr>
            <p:ph type="body"/>
          </p:nvPr>
        </p:nvSpPr>
        <p:spPr>
          <a:xfrm>
            <a:off x="457200" y="2249640"/>
            <a:ext cx="8229600" cy="432432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8"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129" name="PlaceHolder 2"/>
          <p:cNvSpPr>
            <a:spLocks noGrp="1"/>
          </p:cNvSpPr>
          <p:nvPr>
            <p:ph type="body"/>
          </p:nvPr>
        </p:nvSpPr>
        <p:spPr>
          <a:xfrm>
            <a:off x="457200" y="2249640"/>
            <a:ext cx="4015800" cy="432432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30" name="PlaceHolder 3"/>
          <p:cNvSpPr>
            <a:spLocks noGrp="1"/>
          </p:cNvSpPr>
          <p:nvPr>
            <p:ph type="body"/>
          </p:nvPr>
        </p:nvSpPr>
        <p:spPr>
          <a:xfrm>
            <a:off x="4674240" y="2249640"/>
            <a:ext cx="4015800" cy="432432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1"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2" name="PlaceHolder 1"/>
          <p:cNvSpPr>
            <a:spLocks noGrp="1"/>
          </p:cNvSpPr>
          <p:nvPr>
            <p:ph type="subTitle"/>
          </p:nvPr>
        </p:nvSpPr>
        <p:spPr>
          <a:xfrm>
            <a:off x="457200" y="1142640"/>
            <a:ext cx="8229600" cy="4945680"/>
          </a:xfrm>
          <a:prstGeom prst="rect">
            <a:avLst/>
          </a:prstGeom>
        </p:spPr>
        <p:txBody>
          <a:bodyPr lIns="0" rIns="0" tIns="0" bIns="0" anchor="ctr">
            <a:noAutofit/>
          </a:bodyPr>
          <a:p>
            <a:pPr marL="109440" algn="ctr">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3"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134" name="PlaceHolder 2"/>
          <p:cNvSpPr>
            <a:spLocks noGrp="1"/>
          </p:cNvSpPr>
          <p:nvPr>
            <p:ph type="body"/>
          </p:nvPr>
        </p:nvSpPr>
        <p:spPr>
          <a:xfrm>
            <a:off x="45720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35" name="PlaceHolder 3"/>
          <p:cNvSpPr>
            <a:spLocks noGrp="1"/>
          </p:cNvSpPr>
          <p:nvPr>
            <p:ph type="body"/>
          </p:nvPr>
        </p:nvSpPr>
        <p:spPr>
          <a:xfrm>
            <a:off x="4674240" y="2249640"/>
            <a:ext cx="4015800" cy="432432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36" name="PlaceHolder 4"/>
          <p:cNvSpPr>
            <a:spLocks noGrp="1"/>
          </p:cNvSpPr>
          <p:nvPr>
            <p:ph type="body"/>
          </p:nvPr>
        </p:nvSpPr>
        <p:spPr>
          <a:xfrm>
            <a:off x="457200" y="450828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138" name="PlaceHolder 2"/>
          <p:cNvSpPr>
            <a:spLocks noGrp="1"/>
          </p:cNvSpPr>
          <p:nvPr>
            <p:ph type="body"/>
          </p:nvPr>
        </p:nvSpPr>
        <p:spPr>
          <a:xfrm>
            <a:off x="457200" y="2249640"/>
            <a:ext cx="4015800" cy="432432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39" name="PlaceHolder 3"/>
          <p:cNvSpPr>
            <a:spLocks noGrp="1"/>
          </p:cNvSpPr>
          <p:nvPr>
            <p:ph type="body"/>
          </p:nvPr>
        </p:nvSpPr>
        <p:spPr>
          <a:xfrm>
            <a:off x="467424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40" name="PlaceHolder 4"/>
          <p:cNvSpPr>
            <a:spLocks noGrp="1"/>
          </p:cNvSpPr>
          <p:nvPr>
            <p:ph type="body"/>
          </p:nvPr>
        </p:nvSpPr>
        <p:spPr>
          <a:xfrm>
            <a:off x="4674240" y="450828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142" name="PlaceHolder 2"/>
          <p:cNvSpPr>
            <a:spLocks noGrp="1"/>
          </p:cNvSpPr>
          <p:nvPr>
            <p:ph type="body"/>
          </p:nvPr>
        </p:nvSpPr>
        <p:spPr>
          <a:xfrm>
            <a:off x="45720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43" name="PlaceHolder 3"/>
          <p:cNvSpPr>
            <a:spLocks noGrp="1"/>
          </p:cNvSpPr>
          <p:nvPr>
            <p:ph type="body"/>
          </p:nvPr>
        </p:nvSpPr>
        <p:spPr>
          <a:xfrm>
            <a:off x="467424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44" name="PlaceHolder 4"/>
          <p:cNvSpPr>
            <a:spLocks noGrp="1"/>
          </p:cNvSpPr>
          <p:nvPr>
            <p:ph type="body"/>
          </p:nvPr>
        </p:nvSpPr>
        <p:spPr>
          <a:xfrm>
            <a:off x="457200" y="4508280"/>
            <a:ext cx="822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146" name="PlaceHolder 2"/>
          <p:cNvSpPr>
            <a:spLocks noGrp="1"/>
          </p:cNvSpPr>
          <p:nvPr>
            <p:ph type="body"/>
          </p:nvPr>
        </p:nvSpPr>
        <p:spPr>
          <a:xfrm>
            <a:off x="457200" y="2249640"/>
            <a:ext cx="822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47" name="PlaceHolder 3"/>
          <p:cNvSpPr>
            <a:spLocks noGrp="1"/>
          </p:cNvSpPr>
          <p:nvPr>
            <p:ph type="body"/>
          </p:nvPr>
        </p:nvSpPr>
        <p:spPr>
          <a:xfrm>
            <a:off x="457200" y="4508280"/>
            <a:ext cx="822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48"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149" name="PlaceHolder 2"/>
          <p:cNvSpPr>
            <a:spLocks noGrp="1"/>
          </p:cNvSpPr>
          <p:nvPr>
            <p:ph type="body"/>
          </p:nvPr>
        </p:nvSpPr>
        <p:spPr>
          <a:xfrm>
            <a:off x="45720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50" name="PlaceHolder 3"/>
          <p:cNvSpPr>
            <a:spLocks noGrp="1"/>
          </p:cNvSpPr>
          <p:nvPr>
            <p:ph type="body"/>
          </p:nvPr>
        </p:nvSpPr>
        <p:spPr>
          <a:xfrm>
            <a:off x="467424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51" name="PlaceHolder 4"/>
          <p:cNvSpPr>
            <a:spLocks noGrp="1"/>
          </p:cNvSpPr>
          <p:nvPr>
            <p:ph type="body"/>
          </p:nvPr>
        </p:nvSpPr>
        <p:spPr>
          <a:xfrm>
            <a:off x="457200" y="450828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52" name="PlaceHolder 5"/>
          <p:cNvSpPr>
            <a:spLocks noGrp="1"/>
          </p:cNvSpPr>
          <p:nvPr>
            <p:ph type="body"/>
          </p:nvPr>
        </p:nvSpPr>
        <p:spPr>
          <a:xfrm>
            <a:off x="4674240" y="450828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154" name="PlaceHolder 2"/>
          <p:cNvSpPr>
            <a:spLocks noGrp="1"/>
          </p:cNvSpPr>
          <p:nvPr>
            <p:ph type="body"/>
          </p:nvPr>
        </p:nvSpPr>
        <p:spPr>
          <a:xfrm>
            <a:off x="457200" y="224964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55" name="PlaceHolder 3"/>
          <p:cNvSpPr>
            <a:spLocks noGrp="1"/>
          </p:cNvSpPr>
          <p:nvPr>
            <p:ph type="body"/>
          </p:nvPr>
        </p:nvSpPr>
        <p:spPr>
          <a:xfrm>
            <a:off x="3239640" y="224964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56" name="PlaceHolder 4"/>
          <p:cNvSpPr>
            <a:spLocks noGrp="1"/>
          </p:cNvSpPr>
          <p:nvPr>
            <p:ph type="body"/>
          </p:nvPr>
        </p:nvSpPr>
        <p:spPr>
          <a:xfrm>
            <a:off x="6022080" y="224964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57" name="PlaceHolder 5"/>
          <p:cNvSpPr>
            <a:spLocks noGrp="1"/>
          </p:cNvSpPr>
          <p:nvPr>
            <p:ph type="body"/>
          </p:nvPr>
        </p:nvSpPr>
        <p:spPr>
          <a:xfrm>
            <a:off x="457200" y="450828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58" name="PlaceHolder 6"/>
          <p:cNvSpPr>
            <a:spLocks noGrp="1"/>
          </p:cNvSpPr>
          <p:nvPr>
            <p:ph type="body"/>
          </p:nvPr>
        </p:nvSpPr>
        <p:spPr>
          <a:xfrm>
            <a:off x="3239640" y="450828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59" name="PlaceHolder 7"/>
          <p:cNvSpPr>
            <a:spLocks noGrp="1"/>
          </p:cNvSpPr>
          <p:nvPr>
            <p:ph type="body"/>
          </p:nvPr>
        </p:nvSpPr>
        <p:spPr>
          <a:xfrm>
            <a:off x="6022080" y="450828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78"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179" name="PlaceHolder 2"/>
          <p:cNvSpPr>
            <a:spLocks noGrp="1"/>
          </p:cNvSpPr>
          <p:nvPr>
            <p:ph type="subTitle"/>
          </p:nvPr>
        </p:nvSpPr>
        <p:spPr>
          <a:xfrm>
            <a:off x="457200" y="2249640"/>
            <a:ext cx="8229600" cy="4324320"/>
          </a:xfrm>
          <a:prstGeom prst="rect">
            <a:avLst/>
          </a:prstGeom>
        </p:spPr>
        <p:txBody>
          <a:bodyPr lIns="0" rIns="0" tIns="0" bIns="0" anchor="ctr">
            <a:noAutofit/>
          </a:bodyPr>
          <a:p>
            <a:pPr marL="109440" algn="ctr">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80"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181" name="PlaceHolder 2"/>
          <p:cNvSpPr>
            <a:spLocks noGrp="1"/>
          </p:cNvSpPr>
          <p:nvPr>
            <p:ph type="body"/>
          </p:nvPr>
        </p:nvSpPr>
        <p:spPr>
          <a:xfrm>
            <a:off x="457200" y="2249640"/>
            <a:ext cx="8229600" cy="432432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82"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183" name="PlaceHolder 2"/>
          <p:cNvSpPr>
            <a:spLocks noGrp="1"/>
          </p:cNvSpPr>
          <p:nvPr>
            <p:ph type="body"/>
          </p:nvPr>
        </p:nvSpPr>
        <p:spPr>
          <a:xfrm>
            <a:off x="457200" y="2249640"/>
            <a:ext cx="4015800" cy="432432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84" name="PlaceHolder 3"/>
          <p:cNvSpPr>
            <a:spLocks noGrp="1"/>
          </p:cNvSpPr>
          <p:nvPr>
            <p:ph type="body"/>
          </p:nvPr>
        </p:nvSpPr>
        <p:spPr>
          <a:xfrm>
            <a:off x="4674240" y="2249640"/>
            <a:ext cx="4015800" cy="432432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85"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6" name="PlaceHolder 1"/>
          <p:cNvSpPr>
            <a:spLocks noGrp="1"/>
          </p:cNvSpPr>
          <p:nvPr>
            <p:ph type="subTitle"/>
          </p:nvPr>
        </p:nvSpPr>
        <p:spPr>
          <a:xfrm>
            <a:off x="457200" y="1142640"/>
            <a:ext cx="8229600" cy="4945680"/>
          </a:xfrm>
          <a:prstGeom prst="rect">
            <a:avLst/>
          </a:prstGeom>
        </p:spPr>
        <p:txBody>
          <a:bodyPr lIns="0" rIns="0" tIns="0" bIns="0" anchor="ctr">
            <a:noAutofit/>
          </a:bodyPr>
          <a:p>
            <a:pPr marL="109440" algn="ctr">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7"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188" name="PlaceHolder 2"/>
          <p:cNvSpPr>
            <a:spLocks noGrp="1"/>
          </p:cNvSpPr>
          <p:nvPr>
            <p:ph type="body"/>
          </p:nvPr>
        </p:nvSpPr>
        <p:spPr>
          <a:xfrm>
            <a:off x="45720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89" name="PlaceHolder 3"/>
          <p:cNvSpPr>
            <a:spLocks noGrp="1"/>
          </p:cNvSpPr>
          <p:nvPr>
            <p:ph type="body"/>
          </p:nvPr>
        </p:nvSpPr>
        <p:spPr>
          <a:xfrm>
            <a:off x="4674240" y="2249640"/>
            <a:ext cx="4015800" cy="432432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90" name="PlaceHolder 4"/>
          <p:cNvSpPr>
            <a:spLocks noGrp="1"/>
          </p:cNvSpPr>
          <p:nvPr>
            <p:ph type="body"/>
          </p:nvPr>
        </p:nvSpPr>
        <p:spPr>
          <a:xfrm>
            <a:off x="457200" y="450828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1"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192" name="PlaceHolder 2"/>
          <p:cNvSpPr>
            <a:spLocks noGrp="1"/>
          </p:cNvSpPr>
          <p:nvPr>
            <p:ph type="body"/>
          </p:nvPr>
        </p:nvSpPr>
        <p:spPr>
          <a:xfrm>
            <a:off x="457200" y="2249640"/>
            <a:ext cx="4015800" cy="432432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93" name="PlaceHolder 3"/>
          <p:cNvSpPr>
            <a:spLocks noGrp="1"/>
          </p:cNvSpPr>
          <p:nvPr>
            <p:ph type="body"/>
          </p:nvPr>
        </p:nvSpPr>
        <p:spPr>
          <a:xfrm>
            <a:off x="467424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94" name="PlaceHolder 4"/>
          <p:cNvSpPr>
            <a:spLocks noGrp="1"/>
          </p:cNvSpPr>
          <p:nvPr>
            <p:ph type="body"/>
          </p:nvPr>
        </p:nvSpPr>
        <p:spPr>
          <a:xfrm>
            <a:off x="4674240" y="450828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5"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196" name="PlaceHolder 2"/>
          <p:cNvSpPr>
            <a:spLocks noGrp="1"/>
          </p:cNvSpPr>
          <p:nvPr>
            <p:ph type="body"/>
          </p:nvPr>
        </p:nvSpPr>
        <p:spPr>
          <a:xfrm>
            <a:off x="45720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97" name="PlaceHolder 3"/>
          <p:cNvSpPr>
            <a:spLocks noGrp="1"/>
          </p:cNvSpPr>
          <p:nvPr>
            <p:ph type="body"/>
          </p:nvPr>
        </p:nvSpPr>
        <p:spPr>
          <a:xfrm>
            <a:off x="467424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198" name="PlaceHolder 4"/>
          <p:cNvSpPr>
            <a:spLocks noGrp="1"/>
          </p:cNvSpPr>
          <p:nvPr>
            <p:ph type="body"/>
          </p:nvPr>
        </p:nvSpPr>
        <p:spPr>
          <a:xfrm>
            <a:off x="457200" y="4508280"/>
            <a:ext cx="822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99"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200" name="PlaceHolder 2"/>
          <p:cNvSpPr>
            <a:spLocks noGrp="1"/>
          </p:cNvSpPr>
          <p:nvPr>
            <p:ph type="body"/>
          </p:nvPr>
        </p:nvSpPr>
        <p:spPr>
          <a:xfrm>
            <a:off x="457200" y="2249640"/>
            <a:ext cx="822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201" name="PlaceHolder 3"/>
          <p:cNvSpPr>
            <a:spLocks noGrp="1"/>
          </p:cNvSpPr>
          <p:nvPr>
            <p:ph type="body"/>
          </p:nvPr>
        </p:nvSpPr>
        <p:spPr>
          <a:xfrm>
            <a:off x="457200" y="4508280"/>
            <a:ext cx="822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02"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203" name="PlaceHolder 2"/>
          <p:cNvSpPr>
            <a:spLocks noGrp="1"/>
          </p:cNvSpPr>
          <p:nvPr>
            <p:ph type="body"/>
          </p:nvPr>
        </p:nvSpPr>
        <p:spPr>
          <a:xfrm>
            <a:off x="45720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204" name="PlaceHolder 3"/>
          <p:cNvSpPr>
            <a:spLocks noGrp="1"/>
          </p:cNvSpPr>
          <p:nvPr>
            <p:ph type="body"/>
          </p:nvPr>
        </p:nvSpPr>
        <p:spPr>
          <a:xfrm>
            <a:off x="4674240" y="224964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205" name="PlaceHolder 4"/>
          <p:cNvSpPr>
            <a:spLocks noGrp="1"/>
          </p:cNvSpPr>
          <p:nvPr>
            <p:ph type="body"/>
          </p:nvPr>
        </p:nvSpPr>
        <p:spPr>
          <a:xfrm>
            <a:off x="457200" y="450828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206" name="PlaceHolder 5"/>
          <p:cNvSpPr>
            <a:spLocks noGrp="1"/>
          </p:cNvSpPr>
          <p:nvPr>
            <p:ph type="body"/>
          </p:nvPr>
        </p:nvSpPr>
        <p:spPr>
          <a:xfrm>
            <a:off x="4674240" y="4508280"/>
            <a:ext cx="40158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07" name="PlaceHolder 1"/>
          <p:cNvSpPr>
            <a:spLocks noGrp="1"/>
          </p:cNvSpPr>
          <p:nvPr>
            <p:ph type="title"/>
          </p:nvPr>
        </p:nvSpPr>
        <p:spPr>
          <a:xfrm>
            <a:off x="457200" y="1142640"/>
            <a:ext cx="8229600" cy="1066680"/>
          </a:xfrm>
          <a:prstGeom prst="rect">
            <a:avLst/>
          </a:prstGeom>
        </p:spPr>
        <p:txBody>
          <a:bodyPr lIns="90000" rIns="90000" tIns="46800" bIns="46800" anchor="ctr">
            <a:noAutofit/>
          </a:bodyPr>
          <a:p>
            <a:endParaRPr b="0" lang="en-US" sz="4000" spc="-1" strike="noStrike">
              <a:solidFill>
                <a:srgbClr val="424456"/>
              </a:solidFill>
              <a:latin typeface="Trebuchet MS"/>
            </a:endParaRPr>
          </a:p>
        </p:txBody>
      </p:sp>
      <p:sp>
        <p:nvSpPr>
          <p:cNvPr id="208" name="PlaceHolder 2"/>
          <p:cNvSpPr>
            <a:spLocks noGrp="1"/>
          </p:cNvSpPr>
          <p:nvPr>
            <p:ph type="body"/>
          </p:nvPr>
        </p:nvSpPr>
        <p:spPr>
          <a:xfrm>
            <a:off x="457200" y="224964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209" name="PlaceHolder 3"/>
          <p:cNvSpPr>
            <a:spLocks noGrp="1"/>
          </p:cNvSpPr>
          <p:nvPr>
            <p:ph type="body"/>
          </p:nvPr>
        </p:nvSpPr>
        <p:spPr>
          <a:xfrm>
            <a:off x="3239640" y="224964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210" name="PlaceHolder 4"/>
          <p:cNvSpPr>
            <a:spLocks noGrp="1"/>
          </p:cNvSpPr>
          <p:nvPr>
            <p:ph type="body"/>
          </p:nvPr>
        </p:nvSpPr>
        <p:spPr>
          <a:xfrm>
            <a:off x="6022080" y="224964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211" name="PlaceHolder 5"/>
          <p:cNvSpPr>
            <a:spLocks noGrp="1"/>
          </p:cNvSpPr>
          <p:nvPr>
            <p:ph type="body"/>
          </p:nvPr>
        </p:nvSpPr>
        <p:spPr>
          <a:xfrm>
            <a:off x="457200" y="450828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212" name="PlaceHolder 6"/>
          <p:cNvSpPr>
            <a:spLocks noGrp="1"/>
          </p:cNvSpPr>
          <p:nvPr>
            <p:ph type="body"/>
          </p:nvPr>
        </p:nvSpPr>
        <p:spPr>
          <a:xfrm>
            <a:off x="3239640" y="450828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
        <p:nvSpPr>
          <p:cNvPr id="213" name="PlaceHolder 7"/>
          <p:cNvSpPr>
            <a:spLocks noGrp="1"/>
          </p:cNvSpPr>
          <p:nvPr>
            <p:ph type="body"/>
          </p:nvPr>
        </p:nvSpPr>
        <p:spPr>
          <a:xfrm>
            <a:off x="6022080" y="4508280"/>
            <a:ext cx="2649600" cy="2062440"/>
          </a:xfrm>
          <a:prstGeom prst="rect">
            <a:avLst/>
          </a:prstGeom>
        </p:spPr>
        <p:txBody>
          <a:bodyPr lIns="90000" rIns="90000" tIns="46800" bIns="46800">
            <a:normAutofit/>
          </a:bodyPr>
          <a:p>
            <a:endParaRPr b="0" lang="en-US" sz="2800" spc="-1" strike="noStrike">
              <a:solidFill>
                <a:srgbClr val="000000"/>
              </a:solidFill>
              <a:latin typeface="Georgia"/>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CustomShape 1"/>
          <p:cNvSpPr/>
          <p:nvPr/>
        </p:nvSpPr>
        <p:spPr>
          <a:xfrm>
            <a:off x="0" y="366840"/>
            <a:ext cx="9144000" cy="83880"/>
          </a:xfrm>
          <a:prstGeom prst="rect">
            <a:avLst/>
          </a:prstGeom>
          <a:solidFill>
            <a:srgbClr val="438086">
              <a:alpha val="50000"/>
            </a:srgbClr>
          </a:solidFill>
          <a:ln w="0">
            <a:noFill/>
          </a:ln>
        </p:spPr>
        <p:style>
          <a:lnRef idx="0"/>
          <a:fillRef idx="0"/>
          <a:effectRef idx="0"/>
          <a:fontRef idx="minor"/>
        </p:style>
      </p:sp>
      <p:sp>
        <p:nvSpPr>
          <p:cNvPr id="1" name="CustomShape 2"/>
          <p:cNvSpPr/>
          <p:nvPr/>
        </p:nvSpPr>
        <p:spPr>
          <a:xfrm>
            <a:off x="0" y="0"/>
            <a:ext cx="9144000" cy="311040"/>
          </a:xfrm>
          <a:prstGeom prst="rect">
            <a:avLst/>
          </a:prstGeom>
          <a:solidFill>
            <a:srgbClr val="424456"/>
          </a:solidFill>
          <a:ln w="0">
            <a:noFill/>
          </a:ln>
        </p:spPr>
        <p:style>
          <a:lnRef idx="0"/>
          <a:fillRef idx="0"/>
          <a:effectRef idx="0"/>
          <a:fontRef idx="minor"/>
        </p:style>
      </p:sp>
      <p:sp>
        <p:nvSpPr>
          <p:cNvPr id="2" name="CustomShape 3"/>
          <p:cNvSpPr/>
          <p:nvPr/>
        </p:nvSpPr>
        <p:spPr>
          <a:xfrm>
            <a:off x="0" y="307800"/>
            <a:ext cx="9144000" cy="92160"/>
          </a:xfrm>
          <a:prstGeom prst="rect">
            <a:avLst/>
          </a:prstGeom>
          <a:solidFill>
            <a:srgbClr val="438086"/>
          </a:solidFill>
          <a:ln w="0">
            <a:noFill/>
          </a:ln>
        </p:spPr>
        <p:style>
          <a:lnRef idx="0"/>
          <a:fillRef idx="0"/>
          <a:effectRef idx="0"/>
          <a:fontRef idx="minor"/>
        </p:style>
      </p:sp>
      <p:sp>
        <p:nvSpPr>
          <p:cNvPr id="3" name="CustomShape 4"/>
          <p:cNvSpPr/>
          <p:nvPr/>
        </p:nvSpPr>
        <p:spPr>
          <a:xfrm flipV="1">
            <a:off x="5410080" y="359280"/>
            <a:ext cx="3733920" cy="90360"/>
          </a:xfrm>
          <a:prstGeom prst="rect">
            <a:avLst/>
          </a:prstGeom>
          <a:solidFill>
            <a:srgbClr val="438086"/>
          </a:solidFill>
          <a:ln w="0">
            <a:noFill/>
          </a:ln>
        </p:spPr>
        <p:style>
          <a:lnRef idx="0"/>
          <a:fillRef idx="0"/>
          <a:effectRef idx="0"/>
          <a:fontRef idx="minor"/>
        </p:style>
      </p:sp>
      <p:sp>
        <p:nvSpPr>
          <p:cNvPr id="4" name="CustomShape 5"/>
          <p:cNvSpPr/>
          <p:nvPr/>
        </p:nvSpPr>
        <p:spPr>
          <a:xfrm flipV="1">
            <a:off x="5410080" y="438480"/>
            <a:ext cx="3733920" cy="181080"/>
          </a:xfrm>
          <a:prstGeom prst="rect">
            <a:avLst/>
          </a:prstGeom>
          <a:solidFill>
            <a:srgbClr val="438086">
              <a:alpha val="50000"/>
            </a:srgbClr>
          </a:solidFill>
          <a:ln w="0">
            <a:noFill/>
          </a:ln>
        </p:spPr>
        <p:style>
          <a:lnRef idx="0"/>
          <a:fillRef idx="0"/>
          <a:effectRef idx="0"/>
          <a:fontRef idx="minor"/>
        </p:style>
      </p:sp>
      <p:sp>
        <p:nvSpPr>
          <p:cNvPr id="5" name="CustomShape 6"/>
          <p:cNvSpPr/>
          <p:nvPr/>
        </p:nvSpPr>
        <p:spPr>
          <a:xfrm>
            <a:off x="5407200" y="496800"/>
            <a:ext cx="3063600" cy="28800"/>
          </a:xfrm>
          <a:custGeom>
            <a:avLst/>
            <a:gdLst/>
            <a:ahLst/>
            <a:rect l="0" t="0" r="r" b="b"/>
            <a:pathLst>
              <a:path w="8512" h="82">
                <a:moveTo>
                  <a:pt x="13" y="0"/>
                </a:moveTo>
                <a:lnTo>
                  <a:pt x="14" y="0"/>
                </a:lnTo>
                <a:cubicBezTo>
                  <a:pt x="11" y="0"/>
                  <a:pt x="9" y="1"/>
                  <a:pt x="7" y="2"/>
                </a:cubicBezTo>
                <a:cubicBezTo>
                  <a:pt x="5" y="3"/>
                  <a:pt x="3" y="5"/>
                  <a:pt x="2" y="7"/>
                </a:cubicBezTo>
                <a:cubicBezTo>
                  <a:pt x="1" y="9"/>
                  <a:pt x="0" y="11"/>
                  <a:pt x="0" y="14"/>
                </a:cubicBezTo>
                <a:lnTo>
                  <a:pt x="0" y="67"/>
                </a:lnTo>
                <a:lnTo>
                  <a:pt x="0" y="68"/>
                </a:lnTo>
                <a:cubicBezTo>
                  <a:pt x="0" y="70"/>
                  <a:pt x="1" y="72"/>
                  <a:pt x="2" y="74"/>
                </a:cubicBezTo>
                <a:cubicBezTo>
                  <a:pt x="3" y="76"/>
                  <a:pt x="5" y="78"/>
                  <a:pt x="7" y="79"/>
                </a:cubicBezTo>
                <a:cubicBezTo>
                  <a:pt x="9" y="80"/>
                  <a:pt x="11" y="81"/>
                  <a:pt x="14" y="81"/>
                </a:cubicBezTo>
                <a:lnTo>
                  <a:pt x="8497" y="81"/>
                </a:lnTo>
                <a:lnTo>
                  <a:pt x="8498" y="81"/>
                </a:lnTo>
                <a:cubicBezTo>
                  <a:pt x="8500" y="81"/>
                  <a:pt x="8502" y="80"/>
                  <a:pt x="8504" y="79"/>
                </a:cubicBezTo>
                <a:cubicBezTo>
                  <a:pt x="8506" y="78"/>
                  <a:pt x="8508" y="76"/>
                  <a:pt x="8509" y="74"/>
                </a:cubicBezTo>
                <a:cubicBezTo>
                  <a:pt x="8510" y="72"/>
                  <a:pt x="8511" y="70"/>
                  <a:pt x="8511" y="68"/>
                </a:cubicBezTo>
                <a:lnTo>
                  <a:pt x="8511" y="13"/>
                </a:lnTo>
                <a:lnTo>
                  <a:pt x="8511" y="14"/>
                </a:lnTo>
                <a:lnTo>
                  <a:pt x="8511" y="14"/>
                </a:lnTo>
                <a:cubicBezTo>
                  <a:pt x="8511" y="11"/>
                  <a:pt x="8510" y="9"/>
                  <a:pt x="8509" y="7"/>
                </a:cubicBezTo>
                <a:cubicBezTo>
                  <a:pt x="8508" y="5"/>
                  <a:pt x="8506" y="3"/>
                  <a:pt x="8504" y="2"/>
                </a:cubicBezTo>
                <a:cubicBezTo>
                  <a:pt x="8502" y="1"/>
                  <a:pt x="8500" y="0"/>
                  <a:pt x="8498" y="0"/>
                </a:cubicBezTo>
                <a:lnTo>
                  <a:pt x="13" y="0"/>
                </a:lnTo>
              </a:path>
            </a:pathLst>
          </a:custGeom>
          <a:noFill/>
          <a:ln w="0">
            <a:noFill/>
          </a:ln>
        </p:spPr>
        <p:style>
          <a:lnRef idx="0"/>
          <a:fillRef idx="0"/>
          <a:effectRef idx="0"/>
          <a:fontRef idx="minor"/>
        </p:style>
      </p:sp>
      <p:sp>
        <p:nvSpPr>
          <p:cNvPr id="6" name="CustomShape 7"/>
          <p:cNvSpPr/>
          <p:nvPr/>
        </p:nvSpPr>
        <p:spPr>
          <a:xfrm>
            <a:off x="7373880" y="588960"/>
            <a:ext cx="1600200" cy="36360"/>
          </a:xfrm>
          <a:custGeom>
            <a:avLst/>
            <a:gdLst/>
            <a:ahLst/>
            <a:rect l="0" t="0" r="r" b="b"/>
            <a:pathLst>
              <a:path w="4447" h="103">
                <a:moveTo>
                  <a:pt x="17" y="0"/>
                </a:moveTo>
                <a:lnTo>
                  <a:pt x="17" y="0"/>
                </a:lnTo>
                <a:cubicBezTo>
                  <a:pt x="14" y="0"/>
                  <a:pt x="11" y="1"/>
                  <a:pt x="9" y="2"/>
                </a:cubicBezTo>
                <a:cubicBezTo>
                  <a:pt x="6" y="4"/>
                  <a:pt x="4" y="6"/>
                  <a:pt x="2" y="9"/>
                </a:cubicBezTo>
                <a:cubicBezTo>
                  <a:pt x="1" y="11"/>
                  <a:pt x="0" y="14"/>
                  <a:pt x="0" y="17"/>
                </a:cubicBezTo>
                <a:lnTo>
                  <a:pt x="0" y="85"/>
                </a:lnTo>
                <a:lnTo>
                  <a:pt x="0" y="85"/>
                </a:lnTo>
                <a:cubicBezTo>
                  <a:pt x="0" y="88"/>
                  <a:pt x="1" y="91"/>
                  <a:pt x="2" y="94"/>
                </a:cubicBezTo>
                <a:cubicBezTo>
                  <a:pt x="4" y="96"/>
                  <a:pt x="6" y="98"/>
                  <a:pt x="9" y="100"/>
                </a:cubicBezTo>
                <a:cubicBezTo>
                  <a:pt x="11" y="101"/>
                  <a:pt x="14" y="102"/>
                  <a:pt x="17" y="102"/>
                </a:cubicBezTo>
                <a:lnTo>
                  <a:pt x="4429" y="102"/>
                </a:lnTo>
                <a:lnTo>
                  <a:pt x="4429" y="102"/>
                </a:lnTo>
                <a:cubicBezTo>
                  <a:pt x="4432" y="102"/>
                  <a:pt x="4435" y="101"/>
                  <a:pt x="4438" y="100"/>
                </a:cubicBezTo>
                <a:cubicBezTo>
                  <a:pt x="4440" y="98"/>
                  <a:pt x="4442" y="96"/>
                  <a:pt x="4444" y="94"/>
                </a:cubicBezTo>
                <a:cubicBezTo>
                  <a:pt x="4445" y="91"/>
                  <a:pt x="4446" y="88"/>
                  <a:pt x="4446" y="85"/>
                </a:cubicBezTo>
                <a:lnTo>
                  <a:pt x="4446" y="17"/>
                </a:lnTo>
                <a:lnTo>
                  <a:pt x="4446" y="17"/>
                </a:lnTo>
                <a:lnTo>
                  <a:pt x="4446" y="17"/>
                </a:lnTo>
                <a:cubicBezTo>
                  <a:pt x="4446" y="14"/>
                  <a:pt x="4445" y="11"/>
                  <a:pt x="4444" y="9"/>
                </a:cubicBezTo>
                <a:cubicBezTo>
                  <a:pt x="4442" y="6"/>
                  <a:pt x="4440" y="4"/>
                  <a:pt x="4438" y="2"/>
                </a:cubicBezTo>
                <a:cubicBezTo>
                  <a:pt x="4435" y="1"/>
                  <a:pt x="4432" y="0"/>
                  <a:pt x="4429" y="0"/>
                </a:cubicBezTo>
                <a:lnTo>
                  <a:pt x="17" y="0"/>
                </a:lnTo>
              </a:path>
            </a:pathLst>
          </a:custGeom>
          <a:noFill/>
          <a:ln w="0">
            <a:noFill/>
          </a:ln>
        </p:spPr>
        <p:style>
          <a:lnRef idx="0"/>
          <a:fillRef idx="0"/>
          <a:effectRef idx="0"/>
          <a:fontRef idx="minor"/>
        </p:style>
      </p:sp>
      <p:sp>
        <p:nvSpPr>
          <p:cNvPr id="7" name="CustomShape 8"/>
          <p:cNvSpPr/>
          <p:nvPr/>
        </p:nvSpPr>
        <p:spPr>
          <a:xfrm>
            <a:off x="9085320" y="-1440"/>
            <a:ext cx="57240" cy="620640"/>
          </a:xfrm>
          <a:prstGeom prst="rect">
            <a:avLst/>
          </a:prstGeom>
          <a:solidFill>
            <a:srgbClr val="ffffff">
              <a:alpha val="65000"/>
            </a:srgbClr>
          </a:solidFill>
          <a:ln w="0">
            <a:noFill/>
          </a:ln>
        </p:spPr>
        <p:style>
          <a:lnRef idx="0"/>
          <a:fillRef idx="0"/>
          <a:effectRef idx="0"/>
          <a:fontRef idx="minor"/>
        </p:style>
      </p:sp>
      <p:sp>
        <p:nvSpPr>
          <p:cNvPr id="8" name="CustomShape 9"/>
          <p:cNvSpPr/>
          <p:nvPr/>
        </p:nvSpPr>
        <p:spPr>
          <a:xfrm>
            <a:off x="9043920" y="-1440"/>
            <a:ext cx="28800" cy="620640"/>
          </a:xfrm>
          <a:prstGeom prst="rect">
            <a:avLst/>
          </a:prstGeom>
          <a:solidFill>
            <a:srgbClr val="ffffff">
              <a:alpha val="65000"/>
            </a:srgbClr>
          </a:solidFill>
          <a:ln w="0">
            <a:noFill/>
          </a:ln>
        </p:spPr>
        <p:style>
          <a:lnRef idx="0"/>
          <a:fillRef idx="0"/>
          <a:effectRef idx="0"/>
          <a:fontRef idx="minor"/>
        </p:style>
      </p:sp>
      <p:sp>
        <p:nvSpPr>
          <p:cNvPr id="9" name="CustomShape 10"/>
          <p:cNvSpPr/>
          <p:nvPr/>
        </p:nvSpPr>
        <p:spPr>
          <a:xfrm>
            <a:off x="9024840" y="-1440"/>
            <a:ext cx="9720" cy="620640"/>
          </a:xfrm>
          <a:prstGeom prst="rect">
            <a:avLst/>
          </a:prstGeom>
          <a:solidFill>
            <a:srgbClr val="ffffff">
              <a:alpha val="60000"/>
            </a:srgbClr>
          </a:solidFill>
          <a:ln w="0">
            <a:noFill/>
          </a:ln>
        </p:spPr>
        <p:style>
          <a:lnRef idx="0"/>
          <a:fillRef idx="0"/>
          <a:effectRef idx="0"/>
          <a:fontRef idx="minor"/>
        </p:style>
      </p:sp>
      <p:sp>
        <p:nvSpPr>
          <p:cNvPr id="10" name="CustomShape 11"/>
          <p:cNvSpPr/>
          <p:nvPr/>
        </p:nvSpPr>
        <p:spPr>
          <a:xfrm>
            <a:off x="8975880" y="-1440"/>
            <a:ext cx="27000" cy="620640"/>
          </a:xfrm>
          <a:prstGeom prst="rect">
            <a:avLst/>
          </a:prstGeom>
          <a:solidFill>
            <a:srgbClr val="ffffff">
              <a:alpha val="40000"/>
            </a:srgbClr>
          </a:solidFill>
          <a:ln w="0">
            <a:noFill/>
          </a:ln>
        </p:spPr>
        <p:style>
          <a:lnRef idx="0"/>
          <a:fillRef idx="0"/>
          <a:effectRef idx="0"/>
          <a:fontRef idx="minor"/>
        </p:style>
      </p:sp>
      <p:sp>
        <p:nvSpPr>
          <p:cNvPr id="11" name="CustomShape 12"/>
          <p:cNvSpPr/>
          <p:nvPr/>
        </p:nvSpPr>
        <p:spPr>
          <a:xfrm>
            <a:off x="8915400" y="0"/>
            <a:ext cx="55440" cy="585720"/>
          </a:xfrm>
          <a:prstGeom prst="rect">
            <a:avLst/>
          </a:prstGeom>
          <a:solidFill>
            <a:srgbClr val="ffffff">
              <a:alpha val="20000"/>
            </a:srgbClr>
          </a:solidFill>
          <a:ln w="0">
            <a:noFill/>
          </a:ln>
        </p:spPr>
        <p:style>
          <a:lnRef idx="0"/>
          <a:fillRef idx="0"/>
          <a:effectRef idx="0"/>
          <a:fontRef idx="minor"/>
        </p:style>
      </p:sp>
      <p:sp>
        <p:nvSpPr>
          <p:cNvPr id="12" name="CustomShape 13"/>
          <p:cNvSpPr/>
          <p:nvPr/>
        </p:nvSpPr>
        <p:spPr>
          <a:xfrm>
            <a:off x="8874000" y="0"/>
            <a:ext cx="7920" cy="585720"/>
          </a:xfrm>
          <a:prstGeom prst="rect">
            <a:avLst/>
          </a:prstGeom>
          <a:solidFill>
            <a:srgbClr val="ffffff">
              <a:alpha val="30000"/>
            </a:srgbClr>
          </a:solidFill>
          <a:ln w="0">
            <a:noFill/>
          </a:ln>
        </p:spPr>
        <p:style>
          <a:lnRef idx="0"/>
          <a:fillRef idx="0"/>
          <a:effectRef idx="0"/>
          <a:fontRef idx="minor"/>
        </p:style>
      </p:sp>
      <p:sp>
        <p:nvSpPr>
          <p:cNvPr id="13" name="PlaceHolder 14"/>
          <p:cNvSpPr>
            <a:spLocks noGrp="1"/>
          </p:cNvSpPr>
          <p:nvPr>
            <p:ph type="title"/>
          </p:nvPr>
        </p:nvSpPr>
        <p:spPr>
          <a:xfrm>
            <a:off x="457200" y="1142640"/>
            <a:ext cx="8229600" cy="1066680"/>
          </a:xfrm>
          <a:prstGeom prst="rect">
            <a:avLst/>
          </a:prstGeom>
        </p:spPr>
        <p:txBody>
          <a:bodyPr lIns="90000" rIns="90000" tIns="46800" bIns="46800" anchor="ctr">
            <a:noAutofit/>
          </a:bodyPr>
          <a:p>
            <a:r>
              <a:rPr b="0" lang="en-US" sz="4000" spc="-1" strike="noStrike">
                <a:solidFill>
                  <a:srgbClr val="424456"/>
                </a:solidFill>
                <a:latin typeface="Trebuchet MS"/>
              </a:rPr>
              <a:t>Click to edit the title text format</a:t>
            </a:r>
            <a:endParaRPr b="0" lang="en-US" sz="4000" spc="-1" strike="noStrike">
              <a:solidFill>
                <a:srgbClr val="424456"/>
              </a:solidFill>
              <a:latin typeface="Trebuchet MS"/>
            </a:endParaRPr>
          </a:p>
        </p:txBody>
      </p:sp>
      <p:sp>
        <p:nvSpPr>
          <p:cNvPr id="14" name="PlaceHolder 15"/>
          <p:cNvSpPr>
            <a:spLocks noGrp="1"/>
          </p:cNvSpPr>
          <p:nvPr>
            <p:ph type="body"/>
          </p:nvPr>
        </p:nvSpPr>
        <p:spPr>
          <a:xfrm>
            <a:off x="457200" y="2249640"/>
            <a:ext cx="8229600" cy="4324320"/>
          </a:xfrm>
          <a:prstGeom prst="rect">
            <a:avLst/>
          </a:prstGeom>
        </p:spPr>
        <p:txBody>
          <a:bodyPr lIns="90000" rIns="90000" tIns="46800" bIns="46800">
            <a:normAutofit/>
          </a:bodyPr>
          <a:p>
            <a:pPr marL="365040" indent="-255600">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Click to edit the outline text format</a:t>
            </a:r>
            <a:endParaRPr b="0" lang="en-US" sz="2800" spc="-1" strike="noStrike">
              <a:solidFill>
                <a:srgbClr val="000000"/>
              </a:solidFill>
              <a:latin typeface="Georgia"/>
            </a:endParaRPr>
          </a:p>
          <a:p>
            <a:pPr lvl="1" marL="657000" indent="-245880">
              <a:spcBef>
                <a:spcPts val="298"/>
              </a:spcBef>
              <a:buClr>
                <a:srgbClr val="438086"/>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Second Outline Level</a:t>
            </a:r>
            <a:endParaRPr b="0" lang="en-US" sz="2800" spc="-1" strike="noStrike">
              <a:solidFill>
                <a:srgbClr val="000000"/>
              </a:solidFill>
              <a:latin typeface="Georgia"/>
            </a:endParaRPr>
          </a:p>
          <a:p>
            <a:pPr lvl="2" marL="922320" indent="-219240">
              <a:spcBef>
                <a:spcPts val="298"/>
              </a:spcBef>
              <a:buClr>
                <a:srgbClr val="53548a"/>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Third Outline Level</a:t>
            </a:r>
            <a:endParaRPr b="0" lang="en-US" sz="2800" spc="-1" strike="noStrike">
              <a:solidFill>
                <a:srgbClr val="000000"/>
              </a:solidFill>
              <a:latin typeface="Georgia"/>
            </a:endParaRPr>
          </a:p>
          <a:p>
            <a:pPr lvl="3" marL="1179360" indent="-200160">
              <a:spcBef>
                <a:spcPts val="298"/>
              </a:spcBef>
              <a:buClr>
                <a:srgbClr val="53548a"/>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Fourth Outline Level</a:t>
            </a:r>
            <a:endParaRPr b="0" lang="en-US" sz="2800" spc="-1" strike="noStrike">
              <a:solidFill>
                <a:srgbClr val="000000"/>
              </a:solidFill>
              <a:latin typeface="Georgia"/>
            </a:endParaRPr>
          </a:p>
          <a:p>
            <a:pPr lvl="4" marL="1388880" indent="-182520">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Fifth Outline Level</a:t>
            </a:r>
            <a:endParaRPr b="0" lang="en-US" sz="2800" spc="-1" strike="noStrike">
              <a:solidFill>
                <a:srgbClr val="000000"/>
              </a:solidFill>
              <a:latin typeface="Georgia"/>
            </a:endParaRPr>
          </a:p>
          <a:p>
            <a:pPr lvl="5" marL="1388880" indent="-182520">
              <a:spcBef>
                <a:spcPts val="298"/>
              </a:spcBef>
              <a:buClr>
                <a:srgbClr val="000000"/>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Sixth Outline Level</a:t>
            </a:r>
            <a:endParaRPr b="0" lang="en-US" sz="2800" spc="-1" strike="noStrike">
              <a:solidFill>
                <a:srgbClr val="000000"/>
              </a:solidFill>
              <a:latin typeface="Georgia"/>
            </a:endParaRPr>
          </a:p>
          <a:p>
            <a:pPr lvl="6" marL="1388880" indent="-182520">
              <a:spcBef>
                <a:spcPts val="298"/>
              </a:spcBef>
              <a:buClr>
                <a:srgbClr val="000000"/>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Seventh Outline Level</a:t>
            </a:r>
            <a:endParaRPr b="0" lang="en-US" sz="2800" spc="-1" strike="noStrike">
              <a:solidFill>
                <a:srgbClr val="000000"/>
              </a:solidFill>
              <a:latin typeface="Georgia"/>
            </a:endParaRPr>
          </a:p>
        </p:txBody>
      </p:sp>
      <p:sp>
        <p:nvSpPr>
          <p:cNvPr id="15" name="PlaceHolder 16"/>
          <p:cNvSpPr>
            <a:spLocks noGrp="1"/>
          </p:cNvSpPr>
          <p:nvPr>
            <p:ph type="dt"/>
          </p:nvPr>
        </p:nvSpPr>
        <p:spPr>
          <a:xfrm>
            <a:off x="6586200" y="612720"/>
            <a:ext cx="957240" cy="457200"/>
          </a:xfrm>
          <a:prstGeom prst="rect">
            <a:avLst/>
          </a:prstGeom>
        </p:spPr>
        <p:txBody>
          <a:bodyPr lIns="90000" rIns="90000" tIns="46800" bIns="46800">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800" spc="-1" strike="noStrike">
                <a:solidFill>
                  <a:srgbClr val="438086"/>
                </a:solidFill>
                <a:latin typeface="Georgia"/>
              </a:rPr>
              <a:t>&lt;date/time&gt;</a:t>
            </a:r>
            <a:endParaRPr b="0" lang="en-US" sz="800" spc="-1" strike="noStrike">
              <a:latin typeface="Times New Roman"/>
            </a:endParaRPr>
          </a:p>
        </p:txBody>
      </p:sp>
      <p:sp>
        <p:nvSpPr>
          <p:cNvPr id="16" name="PlaceHolder 17"/>
          <p:cNvSpPr>
            <a:spLocks noGrp="1"/>
          </p:cNvSpPr>
          <p:nvPr>
            <p:ph type="ftr"/>
          </p:nvPr>
        </p:nvSpPr>
        <p:spPr>
          <a:xfrm>
            <a:off x="5257800" y="612720"/>
            <a:ext cx="1325520" cy="457200"/>
          </a:xfrm>
          <a:prstGeom prst="rect">
            <a:avLst/>
          </a:prstGeom>
        </p:spPr>
        <p:txBody>
          <a:bodyPr lIns="90000" rIns="90000" tIns="46800" bIns="46800">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17" name="PlaceHolder 18"/>
          <p:cNvSpPr>
            <a:spLocks noGrp="1"/>
          </p:cNvSpPr>
          <p:nvPr>
            <p:ph type="sldNum"/>
          </p:nvPr>
        </p:nvSpPr>
        <p:spPr>
          <a:xfrm>
            <a:off x="8174160" y="1080"/>
            <a:ext cx="761760" cy="366840"/>
          </a:xfrm>
          <a:prstGeom prst="rect">
            <a:avLst/>
          </a:prstGeom>
        </p:spPr>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BF2BA7C-9B40-4B93-8784-BBC676E070E8}" type="slidenum">
              <a:rPr b="0" lang="ru-RU" sz="2400" spc="-1" strike="noStrike">
                <a:solidFill>
                  <a:srgbClr val="ffffff"/>
                </a:solidFill>
                <a:latin typeface="Georgia"/>
              </a:rPr>
              <a:t>&lt;number&gt;</a:t>
            </a:fld>
            <a:endParaRPr b="0" lang="en-US" sz="2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 name="CustomShape 1"/>
          <p:cNvSpPr/>
          <p:nvPr/>
        </p:nvSpPr>
        <p:spPr>
          <a:xfrm flipV="1">
            <a:off x="5410080" y="3809520"/>
            <a:ext cx="3733920" cy="90720"/>
          </a:xfrm>
          <a:prstGeom prst="rect">
            <a:avLst/>
          </a:prstGeom>
          <a:solidFill>
            <a:srgbClr val="438086"/>
          </a:solidFill>
          <a:ln w="0">
            <a:noFill/>
          </a:ln>
        </p:spPr>
        <p:style>
          <a:lnRef idx="0"/>
          <a:fillRef idx="0"/>
          <a:effectRef idx="0"/>
          <a:fontRef idx="minor"/>
        </p:style>
      </p:sp>
      <p:sp>
        <p:nvSpPr>
          <p:cNvPr id="55" name="CustomShape 2"/>
          <p:cNvSpPr/>
          <p:nvPr/>
        </p:nvSpPr>
        <p:spPr>
          <a:xfrm flipV="1">
            <a:off x="5410080" y="3896280"/>
            <a:ext cx="3733920" cy="191880"/>
          </a:xfrm>
          <a:prstGeom prst="rect">
            <a:avLst/>
          </a:prstGeom>
          <a:solidFill>
            <a:srgbClr val="438086">
              <a:alpha val="50000"/>
            </a:srgbClr>
          </a:solidFill>
          <a:ln w="0">
            <a:noFill/>
          </a:ln>
        </p:spPr>
        <p:style>
          <a:lnRef idx="0"/>
          <a:fillRef idx="0"/>
          <a:effectRef idx="0"/>
          <a:fontRef idx="minor"/>
        </p:style>
      </p:sp>
      <p:sp>
        <p:nvSpPr>
          <p:cNvPr id="56" name="CustomShape 3"/>
          <p:cNvSpPr/>
          <p:nvPr/>
        </p:nvSpPr>
        <p:spPr>
          <a:xfrm flipV="1">
            <a:off x="5410080" y="4114440"/>
            <a:ext cx="3733920" cy="9360"/>
          </a:xfrm>
          <a:prstGeom prst="rect">
            <a:avLst/>
          </a:prstGeom>
          <a:solidFill>
            <a:srgbClr val="438086">
              <a:alpha val="65000"/>
            </a:srgbClr>
          </a:solidFill>
          <a:ln w="0">
            <a:noFill/>
          </a:ln>
        </p:spPr>
        <p:style>
          <a:lnRef idx="0"/>
          <a:fillRef idx="0"/>
          <a:effectRef idx="0"/>
          <a:fontRef idx="minor"/>
        </p:style>
      </p:sp>
      <p:sp>
        <p:nvSpPr>
          <p:cNvPr id="57" name="CustomShape 4"/>
          <p:cNvSpPr/>
          <p:nvPr/>
        </p:nvSpPr>
        <p:spPr>
          <a:xfrm flipV="1">
            <a:off x="5410080" y="4163040"/>
            <a:ext cx="1965600" cy="19080"/>
          </a:xfrm>
          <a:prstGeom prst="rect">
            <a:avLst/>
          </a:prstGeom>
          <a:solidFill>
            <a:srgbClr val="438086">
              <a:alpha val="60000"/>
            </a:srgbClr>
          </a:solidFill>
          <a:ln w="0">
            <a:noFill/>
          </a:ln>
        </p:spPr>
        <p:style>
          <a:lnRef idx="0"/>
          <a:fillRef idx="0"/>
          <a:effectRef idx="0"/>
          <a:fontRef idx="minor"/>
        </p:style>
      </p:sp>
      <p:sp>
        <p:nvSpPr>
          <p:cNvPr id="58" name="CustomShape 5"/>
          <p:cNvSpPr/>
          <p:nvPr/>
        </p:nvSpPr>
        <p:spPr>
          <a:xfrm flipV="1">
            <a:off x="5410080" y="4198680"/>
            <a:ext cx="1965600" cy="9360"/>
          </a:xfrm>
          <a:prstGeom prst="rect">
            <a:avLst/>
          </a:prstGeom>
          <a:solidFill>
            <a:srgbClr val="438086">
              <a:alpha val="65000"/>
            </a:srgbClr>
          </a:solidFill>
          <a:ln w="0">
            <a:noFill/>
          </a:ln>
        </p:spPr>
        <p:style>
          <a:lnRef idx="0"/>
          <a:fillRef idx="0"/>
          <a:effectRef idx="0"/>
          <a:fontRef idx="minor"/>
        </p:style>
      </p:sp>
      <p:sp>
        <p:nvSpPr>
          <p:cNvPr id="59" name="CustomShape 6"/>
          <p:cNvSpPr/>
          <p:nvPr/>
        </p:nvSpPr>
        <p:spPr>
          <a:xfrm>
            <a:off x="5410080" y="3962520"/>
            <a:ext cx="3063960" cy="27000"/>
          </a:xfrm>
          <a:custGeom>
            <a:avLst/>
            <a:gdLst/>
            <a:ahLst/>
            <a:rect l="0" t="0" r="r" b="b"/>
            <a:pathLst>
              <a:path w="8513" h="77">
                <a:moveTo>
                  <a:pt x="12" y="0"/>
                </a:moveTo>
                <a:lnTo>
                  <a:pt x="13" y="0"/>
                </a:lnTo>
                <a:cubicBezTo>
                  <a:pt x="10" y="0"/>
                  <a:pt x="8" y="1"/>
                  <a:pt x="6" y="2"/>
                </a:cubicBezTo>
                <a:cubicBezTo>
                  <a:pt x="4" y="3"/>
                  <a:pt x="3" y="4"/>
                  <a:pt x="2" y="6"/>
                </a:cubicBezTo>
                <a:cubicBezTo>
                  <a:pt x="1" y="8"/>
                  <a:pt x="0" y="10"/>
                  <a:pt x="0" y="13"/>
                </a:cubicBezTo>
                <a:lnTo>
                  <a:pt x="0" y="63"/>
                </a:lnTo>
                <a:lnTo>
                  <a:pt x="0" y="63"/>
                </a:lnTo>
                <a:cubicBezTo>
                  <a:pt x="0" y="66"/>
                  <a:pt x="1" y="68"/>
                  <a:pt x="2" y="70"/>
                </a:cubicBezTo>
                <a:cubicBezTo>
                  <a:pt x="3" y="72"/>
                  <a:pt x="4" y="73"/>
                  <a:pt x="6" y="74"/>
                </a:cubicBezTo>
                <a:cubicBezTo>
                  <a:pt x="8" y="75"/>
                  <a:pt x="10" y="76"/>
                  <a:pt x="13" y="76"/>
                </a:cubicBezTo>
                <a:lnTo>
                  <a:pt x="8499" y="76"/>
                </a:lnTo>
                <a:lnTo>
                  <a:pt x="8499" y="76"/>
                </a:lnTo>
                <a:cubicBezTo>
                  <a:pt x="8502" y="76"/>
                  <a:pt x="8504" y="75"/>
                  <a:pt x="8506" y="74"/>
                </a:cubicBezTo>
                <a:cubicBezTo>
                  <a:pt x="8508" y="73"/>
                  <a:pt x="8509" y="72"/>
                  <a:pt x="8510" y="70"/>
                </a:cubicBezTo>
                <a:cubicBezTo>
                  <a:pt x="8511" y="68"/>
                  <a:pt x="8512" y="66"/>
                  <a:pt x="8512" y="63"/>
                </a:cubicBezTo>
                <a:lnTo>
                  <a:pt x="8512" y="12"/>
                </a:lnTo>
                <a:lnTo>
                  <a:pt x="8512" y="13"/>
                </a:lnTo>
                <a:lnTo>
                  <a:pt x="8512" y="13"/>
                </a:lnTo>
                <a:cubicBezTo>
                  <a:pt x="8512" y="10"/>
                  <a:pt x="8511" y="8"/>
                  <a:pt x="8510" y="6"/>
                </a:cubicBezTo>
                <a:cubicBezTo>
                  <a:pt x="8509" y="4"/>
                  <a:pt x="8508" y="3"/>
                  <a:pt x="8506" y="2"/>
                </a:cubicBezTo>
                <a:cubicBezTo>
                  <a:pt x="8504" y="1"/>
                  <a:pt x="8502" y="0"/>
                  <a:pt x="8499" y="0"/>
                </a:cubicBezTo>
                <a:lnTo>
                  <a:pt x="12" y="0"/>
                </a:lnTo>
              </a:path>
            </a:pathLst>
          </a:custGeom>
          <a:noFill/>
          <a:ln w="0">
            <a:noFill/>
          </a:ln>
        </p:spPr>
        <p:style>
          <a:lnRef idx="0"/>
          <a:fillRef idx="0"/>
          <a:effectRef idx="0"/>
          <a:fontRef idx="minor"/>
        </p:style>
      </p:sp>
      <p:sp>
        <p:nvSpPr>
          <p:cNvPr id="60" name="CustomShape 7"/>
          <p:cNvSpPr/>
          <p:nvPr/>
        </p:nvSpPr>
        <p:spPr>
          <a:xfrm>
            <a:off x="7377120" y="4060800"/>
            <a:ext cx="1600200" cy="36360"/>
          </a:xfrm>
          <a:custGeom>
            <a:avLst/>
            <a:gdLst/>
            <a:ahLst/>
            <a:rect l="0" t="0" r="r" b="b"/>
            <a:pathLst>
              <a:path w="4447" h="103">
                <a:moveTo>
                  <a:pt x="17" y="0"/>
                </a:moveTo>
                <a:lnTo>
                  <a:pt x="17" y="0"/>
                </a:lnTo>
                <a:cubicBezTo>
                  <a:pt x="14" y="0"/>
                  <a:pt x="11" y="1"/>
                  <a:pt x="9" y="2"/>
                </a:cubicBezTo>
                <a:cubicBezTo>
                  <a:pt x="6" y="4"/>
                  <a:pt x="4" y="6"/>
                  <a:pt x="2" y="9"/>
                </a:cubicBezTo>
                <a:cubicBezTo>
                  <a:pt x="1" y="11"/>
                  <a:pt x="0" y="14"/>
                  <a:pt x="0" y="17"/>
                </a:cubicBezTo>
                <a:lnTo>
                  <a:pt x="0" y="85"/>
                </a:lnTo>
                <a:lnTo>
                  <a:pt x="0" y="85"/>
                </a:lnTo>
                <a:cubicBezTo>
                  <a:pt x="0" y="88"/>
                  <a:pt x="1" y="91"/>
                  <a:pt x="2" y="94"/>
                </a:cubicBezTo>
                <a:cubicBezTo>
                  <a:pt x="4" y="96"/>
                  <a:pt x="6" y="98"/>
                  <a:pt x="9" y="100"/>
                </a:cubicBezTo>
                <a:cubicBezTo>
                  <a:pt x="11" y="101"/>
                  <a:pt x="14" y="102"/>
                  <a:pt x="17" y="102"/>
                </a:cubicBezTo>
                <a:lnTo>
                  <a:pt x="4429" y="102"/>
                </a:lnTo>
                <a:lnTo>
                  <a:pt x="4429" y="102"/>
                </a:lnTo>
                <a:cubicBezTo>
                  <a:pt x="4432" y="102"/>
                  <a:pt x="4435" y="101"/>
                  <a:pt x="4438" y="100"/>
                </a:cubicBezTo>
                <a:cubicBezTo>
                  <a:pt x="4440" y="98"/>
                  <a:pt x="4442" y="96"/>
                  <a:pt x="4444" y="94"/>
                </a:cubicBezTo>
                <a:cubicBezTo>
                  <a:pt x="4445" y="91"/>
                  <a:pt x="4446" y="88"/>
                  <a:pt x="4446" y="85"/>
                </a:cubicBezTo>
                <a:lnTo>
                  <a:pt x="4446" y="17"/>
                </a:lnTo>
                <a:lnTo>
                  <a:pt x="4446" y="17"/>
                </a:lnTo>
                <a:lnTo>
                  <a:pt x="4446" y="17"/>
                </a:lnTo>
                <a:cubicBezTo>
                  <a:pt x="4446" y="14"/>
                  <a:pt x="4445" y="11"/>
                  <a:pt x="4444" y="9"/>
                </a:cubicBezTo>
                <a:cubicBezTo>
                  <a:pt x="4442" y="6"/>
                  <a:pt x="4440" y="4"/>
                  <a:pt x="4438" y="2"/>
                </a:cubicBezTo>
                <a:cubicBezTo>
                  <a:pt x="4435" y="1"/>
                  <a:pt x="4432" y="0"/>
                  <a:pt x="4429" y="0"/>
                </a:cubicBezTo>
                <a:lnTo>
                  <a:pt x="17" y="0"/>
                </a:lnTo>
              </a:path>
            </a:pathLst>
          </a:custGeom>
          <a:noFill/>
          <a:ln w="0">
            <a:noFill/>
          </a:ln>
        </p:spPr>
        <p:style>
          <a:lnRef idx="0"/>
          <a:fillRef idx="0"/>
          <a:effectRef idx="0"/>
          <a:fontRef idx="minor"/>
        </p:style>
      </p:sp>
      <p:sp>
        <p:nvSpPr>
          <p:cNvPr id="61" name="CustomShape 8"/>
          <p:cNvSpPr/>
          <p:nvPr/>
        </p:nvSpPr>
        <p:spPr>
          <a:xfrm>
            <a:off x="0" y="3649680"/>
            <a:ext cx="9144000" cy="244440"/>
          </a:xfrm>
          <a:prstGeom prst="rect">
            <a:avLst/>
          </a:prstGeom>
          <a:solidFill>
            <a:srgbClr val="438086">
              <a:alpha val="50000"/>
            </a:srgbClr>
          </a:solidFill>
          <a:ln w="0">
            <a:noFill/>
          </a:ln>
        </p:spPr>
        <p:style>
          <a:lnRef idx="0"/>
          <a:fillRef idx="0"/>
          <a:effectRef idx="0"/>
          <a:fontRef idx="minor"/>
        </p:style>
      </p:sp>
      <p:sp>
        <p:nvSpPr>
          <p:cNvPr id="62" name="CustomShape 9"/>
          <p:cNvSpPr/>
          <p:nvPr/>
        </p:nvSpPr>
        <p:spPr>
          <a:xfrm>
            <a:off x="0" y="3675240"/>
            <a:ext cx="9144000" cy="141120"/>
          </a:xfrm>
          <a:prstGeom prst="rect">
            <a:avLst/>
          </a:prstGeom>
          <a:solidFill>
            <a:srgbClr val="438086"/>
          </a:solidFill>
          <a:ln w="0">
            <a:noFill/>
          </a:ln>
        </p:spPr>
        <p:style>
          <a:lnRef idx="0"/>
          <a:fillRef idx="0"/>
          <a:effectRef idx="0"/>
          <a:fontRef idx="minor"/>
        </p:style>
      </p:sp>
      <p:sp>
        <p:nvSpPr>
          <p:cNvPr id="63" name="CustomShape 10"/>
          <p:cNvSpPr/>
          <p:nvPr/>
        </p:nvSpPr>
        <p:spPr>
          <a:xfrm flipV="1">
            <a:off x="6413400" y="3642840"/>
            <a:ext cx="2730600" cy="247680"/>
          </a:xfrm>
          <a:prstGeom prst="rect">
            <a:avLst/>
          </a:prstGeom>
          <a:solidFill>
            <a:srgbClr val="438086"/>
          </a:solidFill>
          <a:ln w="0">
            <a:noFill/>
          </a:ln>
        </p:spPr>
        <p:style>
          <a:lnRef idx="0"/>
          <a:fillRef idx="0"/>
          <a:effectRef idx="0"/>
          <a:fontRef idx="minor"/>
        </p:style>
      </p:sp>
      <p:sp>
        <p:nvSpPr>
          <p:cNvPr id="64" name="CustomShape 11"/>
          <p:cNvSpPr/>
          <p:nvPr/>
        </p:nvSpPr>
        <p:spPr>
          <a:xfrm>
            <a:off x="0" y="0"/>
            <a:ext cx="9144000" cy="3701880"/>
          </a:xfrm>
          <a:prstGeom prst="rect">
            <a:avLst/>
          </a:prstGeom>
          <a:solidFill>
            <a:srgbClr val="424456"/>
          </a:solidFill>
          <a:ln w="0">
            <a:noFill/>
          </a:ln>
        </p:spPr>
        <p:style>
          <a:lnRef idx="0"/>
          <a:fillRef idx="0"/>
          <a:effectRef idx="0"/>
          <a:fontRef idx="minor"/>
        </p:style>
      </p:sp>
      <p:sp>
        <p:nvSpPr>
          <p:cNvPr id="65" name="PlaceHolder 12"/>
          <p:cNvSpPr>
            <a:spLocks noGrp="1"/>
          </p:cNvSpPr>
          <p:nvPr>
            <p:ph type="title"/>
          </p:nvPr>
        </p:nvSpPr>
        <p:spPr>
          <a:xfrm>
            <a:off x="457200" y="1142640"/>
            <a:ext cx="8229600" cy="1066680"/>
          </a:xfrm>
          <a:prstGeom prst="rect">
            <a:avLst/>
          </a:prstGeom>
        </p:spPr>
        <p:txBody>
          <a:bodyPr lIns="90000" rIns="90000" tIns="46800" bIns="46800" anchor="ctr">
            <a:noAutofit/>
          </a:bodyPr>
          <a:p>
            <a:r>
              <a:rPr b="0" lang="en-US" sz="4000" spc="-1" strike="noStrike">
                <a:solidFill>
                  <a:srgbClr val="424456"/>
                </a:solidFill>
                <a:latin typeface="Trebuchet MS"/>
              </a:rPr>
              <a:t>Click to edit the title text format</a:t>
            </a:r>
            <a:endParaRPr b="0" lang="en-US" sz="4000" spc="-1" strike="noStrike">
              <a:solidFill>
                <a:srgbClr val="424456"/>
              </a:solidFill>
              <a:latin typeface="Trebuchet MS"/>
            </a:endParaRPr>
          </a:p>
        </p:txBody>
      </p:sp>
      <p:sp>
        <p:nvSpPr>
          <p:cNvPr id="66" name="PlaceHolder 13"/>
          <p:cNvSpPr>
            <a:spLocks noGrp="1"/>
          </p:cNvSpPr>
          <p:nvPr>
            <p:ph type="body"/>
          </p:nvPr>
        </p:nvSpPr>
        <p:spPr>
          <a:xfrm>
            <a:off x="457200" y="2249640"/>
            <a:ext cx="8229600" cy="4324320"/>
          </a:xfrm>
          <a:prstGeom prst="rect">
            <a:avLst/>
          </a:prstGeom>
        </p:spPr>
        <p:txBody>
          <a:bodyPr lIns="90000" rIns="90000" tIns="46800" bIns="46800">
            <a:normAutofit/>
          </a:bodyPr>
          <a:p>
            <a:pPr marL="365040" indent="-255600">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Click to edit the outline text format</a:t>
            </a:r>
            <a:endParaRPr b="0" lang="en-US" sz="2800" spc="-1" strike="noStrike">
              <a:solidFill>
                <a:srgbClr val="000000"/>
              </a:solidFill>
              <a:latin typeface="Georgia"/>
            </a:endParaRPr>
          </a:p>
          <a:p>
            <a:pPr lvl="1" marL="657000" indent="-245880">
              <a:spcBef>
                <a:spcPts val="298"/>
              </a:spcBef>
              <a:buClr>
                <a:srgbClr val="438086"/>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Second Outline Level</a:t>
            </a:r>
            <a:endParaRPr b="0" lang="en-US" sz="2800" spc="-1" strike="noStrike">
              <a:solidFill>
                <a:srgbClr val="000000"/>
              </a:solidFill>
              <a:latin typeface="Georgia"/>
            </a:endParaRPr>
          </a:p>
          <a:p>
            <a:pPr lvl="2" marL="922320" indent="-219240">
              <a:spcBef>
                <a:spcPts val="298"/>
              </a:spcBef>
              <a:buClr>
                <a:srgbClr val="53548a"/>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Third Outline Level</a:t>
            </a:r>
            <a:endParaRPr b="0" lang="en-US" sz="2800" spc="-1" strike="noStrike">
              <a:solidFill>
                <a:srgbClr val="000000"/>
              </a:solidFill>
              <a:latin typeface="Georgia"/>
            </a:endParaRPr>
          </a:p>
          <a:p>
            <a:pPr lvl="3" marL="1179360" indent="-200160">
              <a:spcBef>
                <a:spcPts val="298"/>
              </a:spcBef>
              <a:buClr>
                <a:srgbClr val="53548a"/>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Fourth Outline Level</a:t>
            </a:r>
            <a:endParaRPr b="0" lang="en-US" sz="2800" spc="-1" strike="noStrike">
              <a:solidFill>
                <a:srgbClr val="000000"/>
              </a:solidFill>
              <a:latin typeface="Georgia"/>
            </a:endParaRPr>
          </a:p>
          <a:p>
            <a:pPr lvl="4" marL="1388880" indent="-182520">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Fifth Outline Level</a:t>
            </a:r>
            <a:endParaRPr b="0" lang="en-US" sz="2800" spc="-1" strike="noStrike">
              <a:solidFill>
                <a:srgbClr val="000000"/>
              </a:solidFill>
              <a:latin typeface="Georgia"/>
            </a:endParaRPr>
          </a:p>
          <a:p>
            <a:pPr lvl="5" marL="1388880" indent="-182520">
              <a:spcBef>
                <a:spcPts val="298"/>
              </a:spcBef>
              <a:buClr>
                <a:srgbClr val="000000"/>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Sixth Outline Level</a:t>
            </a:r>
            <a:endParaRPr b="0" lang="en-US" sz="2800" spc="-1" strike="noStrike">
              <a:solidFill>
                <a:srgbClr val="000000"/>
              </a:solidFill>
              <a:latin typeface="Georgia"/>
            </a:endParaRPr>
          </a:p>
          <a:p>
            <a:pPr lvl="6" marL="1388880" indent="-182520">
              <a:spcBef>
                <a:spcPts val="298"/>
              </a:spcBef>
              <a:buClr>
                <a:srgbClr val="000000"/>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Seventh Outline Level</a:t>
            </a:r>
            <a:endParaRPr b="0" lang="en-US" sz="2800" spc="-1" strike="noStrike">
              <a:solidFill>
                <a:srgbClr val="000000"/>
              </a:solidFill>
              <a:latin typeface="Georgia"/>
            </a:endParaRPr>
          </a:p>
        </p:txBody>
      </p:sp>
      <p:sp>
        <p:nvSpPr>
          <p:cNvPr id="67" name="PlaceHolder 14"/>
          <p:cNvSpPr>
            <a:spLocks noGrp="1"/>
          </p:cNvSpPr>
          <p:nvPr>
            <p:ph type="dt"/>
          </p:nvPr>
        </p:nvSpPr>
        <p:spPr>
          <a:xfrm>
            <a:off x="6705720" y="4206960"/>
            <a:ext cx="960480" cy="457200"/>
          </a:xfrm>
          <a:prstGeom prst="rect">
            <a:avLst/>
          </a:prstGeom>
        </p:spPr>
        <p:txBody>
          <a:bodyPr lIns="90000" rIns="90000" tIns="46800" bIns="46800">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800" spc="-1" strike="noStrike">
                <a:solidFill>
                  <a:srgbClr val="438086"/>
                </a:solidFill>
                <a:latin typeface="Georgia"/>
              </a:rPr>
              <a:t>&lt;date/time&gt;</a:t>
            </a:r>
            <a:endParaRPr b="0" lang="en-US" sz="800" spc="-1" strike="noStrike">
              <a:latin typeface="Times New Roman"/>
            </a:endParaRPr>
          </a:p>
        </p:txBody>
      </p:sp>
      <p:sp>
        <p:nvSpPr>
          <p:cNvPr id="68" name="PlaceHolder 15"/>
          <p:cNvSpPr>
            <a:spLocks noGrp="1"/>
          </p:cNvSpPr>
          <p:nvPr>
            <p:ph type="ftr"/>
          </p:nvPr>
        </p:nvSpPr>
        <p:spPr>
          <a:xfrm>
            <a:off x="5409720" y="4205160"/>
            <a:ext cx="1295640" cy="457200"/>
          </a:xfrm>
          <a:prstGeom prst="rect">
            <a:avLst/>
          </a:prstGeom>
        </p:spPr>
        <p:txBody>
          <a:bodyPr lIns="90000" rIns="90000" tIns="46800" bIns="46800">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69" name="PlaceHolder 16"/>
          <p:cNvSpPr>
            <a:spLocks noGrp="1"/>
          </p:cNvSpPr>
          <p:nvPr>
            <p:ph type="sldNum"/>
          </p:nvPr>
        </p:nvSpPr>
        <p:spPr>
          <a:xfrm>
            <a:off x="8319600" y="1080"/>
            <a:ext cx="747720" cy="365400"/>
          </a:xfrm>
          <a:prstGeom prst="rect">
            <a:avLst/>
          </a:prstGeom>
        </p:spPr>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4EAD85C-8DFB-4EAF-AFC1-33C70DAD6778}" type="slidenum">
              <a:rPr b="0" lang="ru-RU" sz="2400" spc="-1" strike="noStrike">
                <a:solidFill>
                  <a:srgbClr val="ffffff"/>
                </a:solidFill>
                <a:latin typeface="Georgia"/>
              </a:rPr>
              <a:t>&lt;number&gt;</a:t>
            </a:fld>
            <a:endParaRPr b="0" lang="en-US" sz="2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6" name="CustomShape 1"/>
          <p:cNvSpPr/>
          <p:nvPr/>
        </p:nvSpPr>
        <p:spPr>
          <a:xfrm>
            <a:off x="0" y="366840"/>
            <a:ext cx="9144000" cy="83880"/>
          </a:xfrm>
          <a:prstGeom prst="rect">
            <a:avLst/>
          </a:prstGeom>
          <a:solidFill>
            <a:srgbClr val="438086">
              <a:alpha val="50000"/>
            </a:srgbClr>
          </a:solidFill>
          <a:ln w="0">
            <a:noFill/>
          </a:ln>
        </p:spPr>
        <p:style>
          <a:lnRef idx="0"/>
          <a:fillRef idx="0"/>
          <a:effectRef idx="0"/>
          <a:fontRef idx="minor"/>
        </p:style>
      </p:sp>
      <p:sp>
        <p:nvSpPr>
          <p:cNvPr id="107" name="CustomShape 2"/>
          <p:cNvSpPr/>
          <p:nvPr/>
        </p:nvSpPr>
        <p:spPr>
          <a:xfrm>
            <a:off x="0" y="0"/>
            <a:ext cx="9144000" cy="311040"/>
          </a:xfrm>
          <a:prstGeom prst="rect">
            <a:avLst/>
          </a:prstGeom>
          <a:solidFill>
            <a:srgbClr val="424456"/>
          </a:solidFill>
          <a:ln w="0">
            <a:noFill/>
          </a:ln>
        </p:spPr>
        <p:style>
          <a:lnRef idx="0"/>
          <a:fillRef idx="0"/>
          <a:effectRef idx="0"/>
          <a:fontRef idx="minor"/>
        </p:style>
      </p:sp>
      <p:sp>
        <p:nvSpPr>
          <p:cNvPr id="108" name="CustomShape 3"/>
          <p:cNvSpPr/>
          <p:nvPr/>
        </p:nvSpPr>
        <p:spPr>
          <a:xfrm>
            <a:off x="0" y="307800"/>
            <a:ext cx="9144000" cy="92160"/>
          </a:xfrm>
          <a:prstGeom prst="rect">
            <a:avLst/>
          </a:prstGeom>
          <a:solidFill>
            <a:srgbClr val="438086"/>
          </a:solidFill>
          <a:ln w="0">
            <a:noFill/>
          </a:ln>
        </p:spPr>
        <p:style>
          <a:lnRef idx="0"/>
          <a:fillRef idx="0"/>
          <a:effectRef idx="0"/>
          <a:fontRef idx="minor"/>
        </p:style>
      </p:sp>
      <p:sp>
        <p:nvSpPr>
          <p:cNvPr id="109" name="CustomShape 4"/>
          <p:cNvSpPr/>
          <p:nvPr/>
        </p:nvSpPr>
        <p:spPr>
          <a:xfrm flipV="1">
            <a:off x="5410080" y="359280"/>
            <a:ext cx="3733920" cy="90360"/>
          </a:xfrm>
          <a:prstGeom prst="rect">
            <a:avLst/>
          </a:prstGeom>
          <a:solidFill>
            <a:srgbClr val="438086"/>
          </a:solidFill>
          <a:ln w="0">
            <a:noFill/>
          </a:ln>
        </p:spPr>
        <p:style>
          <a:lnRef idx="0"/>
          <a:fillRef idx="0"/>
          <a:effectRef idx="0"/>
          <a:fontRef idx="minor"/>
        </p:style>
      </p:sp>
      <p:sp>
        <p:nvSpPr>
          <p:cNvPr id="110" name="CustomShape 5"/>
          <p:cNvSpPr/>
          <p:nvPr/>
        </p:nvSpPr>
        <p:spPr>
          <a:xfrm flipV="1">
            <a:off x="5410080" y="438480"/>
            <a:ext cx="3733920" cy="181080"/>
          </a:xfrm>
          <a:prstGeom prst="rect">
            <a:avLst/>
          </a:prstGeom>
          <a:solidFill>
            <a:srgbClr val="438086">
              <a:alpha val="50000"/>
            </a:srgbClr>
          </a:solidFill>
          <a:ln w="0">
            <a:noFill/>
          </a:ln>
        </p:spPr>
        <p:style>
          <a:lnRef idx="0"/>
          <a:fillRef idx="0"/>
          <a:effectRef idx="0"/>
          <a:fontRef idx="minor"/>
        </p:style>
      </p:sp>
      <p:sp>
        <p:nvSpPr>
          <p:cNvPr id="111" name="CustomShape 6"/>
          <p:cNvSpPr/>
          <p:nvPr/>
        </p:nvSpPr>
        <p:spPr>
          <a:xfrm>
            <a:off x="5407200" y="496800"/>
            <a:ext cx="3063600" cy="28800"/>
          </a:xfrm>
          <a:custGeom>
            <a:avLst/>
            <a:gdLst/>
            <a:ahLst/>
            <a:rect l="0" t="0" r="r" b="b"/>
            <a:pathLst>
              <a:path w="8512" h="82">
                <a:moveTo>
                  <a:pt x="13" y="0"/>
                </a:moveTo>
                <a:lnTo>
                  <a:pt x="14" y="0"/>
                </a:lnTo>
                <a:cubicBezTo>
                  <a:pt x="11" y="0"/>
                  <a:pt x="9" y="1"/>
                  <a:pt x="7" y="2"/>
                </a:cubicBezTo>
                <a:cubicBezTo>
                  <a:pt x="5" y="3"/>
                  <a:pt x="3" y="5"/>
                  <a:pt x="2" y="7"/>
                </a:cubicBezTo>
                <a:cubicBezTo>
                  <a:pt x="1" y="9"/>
                  <a:pt x="0" y="11"/>
                  <a:pt x="0" y="14"/>
                </a:cubicBezTo>
                <a:lnTo>
                  <a:pt x="0" y="67"/>
                </a:lnTo>
                <a:lnTo>
                  <a:pt x="0" y="68"/>
                </a:lnTo>
                <a:cubicBezTo>
                  <a:pt x="0" y="70"/>
                  <a:pt x="1" y="72"/>
                  <a:pt x="2" y="74"/>
                </a:cubicBezTo>
                <a:cubicBezTo>
                  <a:pt x="3" y="76"/>
                  <a:pt x="5" y="78"/>
                  <a:pt x="7" y="79"/>
                </a:cubicBezTo>
                <a:cubicBezTo>
                  <a:pt x="9" y="80"/>
                  <a:pt x="11" y="81"/>
                  <a:pt x="14" y="81"/>
                </a:cubicBezTo>
                <a:lnTo>
                  <a:pt x="8497" y="81"/>
                </a:lnTo>
                <a:lnTo>
                  <a:pt x="8498" y="81"/>
                </a:lnTo>
                <a:cubicBezTo>
                  <a:pt x="8500" y="81"/>
                  <a:pt x="8502" y="80"/>
                  <a:pt x="8504" y="79"/>
                </a:cubicBezTo>
                <a:cubicBezTo>
                  <a:pt x="8506" y="78"/>
                  <a:pt x="8508" y="76"/>
                  <a:pt x="8509" y="74"/>
                </a:cubicBezTo>
                <a:cubicBezTo>
                  <a:pt x="8510" y="72"/>
                  <a:pt x="8511" y="70"/>
                  <a:pt x="8511" y="68"/>
                </a:cubicBezTo>
                <a:lnTo>
                  <a:pt x="8511" y="13"/>
                </a:lnTo>
                <a:lnTo>
                  <a:pt x="8511" y="14"/>
                </a:lnTo>
                <a:lnTo>
                  <a:pt x="8511" y="14"/>
                </a:lnTo>
                <a:cubicBezTo>
                  <a:pt x="8511" y="11"/>
                  <a:pt x="8510" y="9"/>
                  <a:pt x="8509" y="7"/>
                </a:cubicBezTo>
                <a:cubicBezTo>
                  <a:pt x="8508" y="5"/>
                  <a:pt x="8506" y="3"/>
                  <a:pt x="8504" y="2"/>
                </a:cubicBezTo>
                <a:cubicBezTo>
                  <a:pt x="8502" y="1"/>
                  <a:pt x="8500" y="0"/>
                  <a:pt x="8498" y="0"/>
                </a:cubicBezTo>
                <a:lnTo>
                  <a:pt x="13" y="0"/>
                </a:lnTo>
              </a:path>
            </a:pathLst>
          </a:custGeom>
          <a:noFill/>
          <a:ln w="0">
            <a:noFill/>
          </a:ln>
        </p:spPr>
        <p:style>
          <a:lnRef idx="0"/>
          <a:fillRef idx="0"/>
          <a:effectRef idx="0"/>
          <a:fontRef idx="minor"/>
        </p:style>
      </p:sp>
      <p:sp>
        <p:nvSpPr>
          <p:cNvPr id="112" name="CustomShape 7"/>
          <p:cNvSpPr/>
          <p:nvPr/>
        </p:nvSpPr>
        <p:spPr>
          <a:xfrm>
            <a:off x="7373880" y="588960"/>
            <a:ext cx="1600200" cy="36360"/>
          </a:xfrm>
          <a:custGeom>
            <a:avLst/>
            <a:gdLst/>
            <a:ahLst/>
            <a:rect l="0" t="0" r="r" b="b"/>
            <a:pathLst>
              <a:path w="4447" h="103">
                <a:moveTo>
                  <a:pt x="17" y="0"/>
                </a:moveTo>
                <a:lnTo>
                  <a:pt x="17" y="0"/>
                </a:lnTo>
                <a:cubicBezTo>
                  <a:pt x="14" y="0"/>
                  <a:pt x="11" y="1"/>
                  <a:pt x="9" y="2"/>
                </a:cubicBezTo>
                <a:cubicBezTo>
                  <a:pt x="6" y="4"/>
                  <a:pt x="4" y="6"/>
                  <a:pt x="2" y="9"/>
                </a:cubicBezTo>
                <a:cubicBezTo>
                  <a:pt x="1" y="11"/>
                  <a:pt x="0" y="14"/>
                  <a:pt x="0" y="17"/>
                </a:cubicBezTo>
                <a:lnTo>
                  <a:pt x="0" y="85"/>
                </a:lnTo>
                <a:lnTo>
                  <a:pt x="0" y="85"/>
                </a:lnTo>
                <a:cubicBezTo>
                  <a:pt x="0" y="88"/>
                  <a:pt x="1" y="91"/>
                  <a:pt x="2" y="94"/>
                </a:cubicBezTo>
                <a:cubicBezTo>
                  <a:pt x="4" y="96"/>
                  <a:pt x="6" y="98"/>
                  <a:pt x="9" y="100"/>
                </a:cubicBezTo>
                <a:cubicBezTo>
                  <a:pt x="11" y="101"/>
                  <a:pt x="14" y="102"/>
                  <a:pt x="17" y="102"/>
                </a:cubicBezTo>
                <a:lnTo>
                  <a:pt x="4429" y="102"/>
                </a:lnTo>
                <a:lnTo>
                  <a:pt x="4429" y="102"/>
                </a:lnTo>
                <a:cubicBezTo>
                  <a:pt x="4432" y="102"/>
                  <a:pt x="4435" y="101"/>
                  <a:pt x="4438" y="100"/>
                </a:cubicBezTo>
                <a:cubicBezTo>
                  <a:pt x="4440" y="98"/>
                  <a:pt x="4442" y="96"/>
                  <a:pt x="4444" y="94"/>
                </a:cubicBezTo>
                <a:cubicBezTo>
                  <a:pt x="4445" y="91"/>
                  <a:pt x="4446" y="88"/>
                  <a:pt x="4446" y="85"/>
                </a:cubicBezTo>
                <a:lnTo>
                  <a:pt x="4446" y="17"/>
                </a:lnTo>
                <a:lnTo>
                  <a:pt x="4446" y="17"/>
                </a:lnTo>
                <a:lnTo>
                  <a:pt x="4446" y="17"/>
                </a:lnTo>
                <a:cubicBezTo>
                  <a:pt x="4446" y="14"/>
                  <a:pt x="4445" y="11"/>
                  <a:pt x="4444" y="9"/>
                </a:cubicBezTo>
                <a:cubicBezTo>
                  <a:pt x="4442" y="6"/>
                  <a:pt x="4440" y="4"/>
                  <a:pt x="4438" y="2"/>
                </a:cubicBezTo>
                <a:cubicBezTo>
                  <a:pt x="4435" y="1"/>
                  <a:pt x="4432" y="0"/>
                  <a:pt x="4429" y="0"/>
                </a:cubicBezTo>
                <a:lnTo>
                  <a:pt x="17" y="0"/>
                </a:lnTo>
              </a:path>
            </a:pathLst>
          </a:custGeom>
          <a:noFill/>
          <a:ln w="0">
            <a:noFill/>
          </a:ln>
        </p:spPr>
        <p:style>
          <a:lnRef idx="0"/>
          <a:fillRef idx="0"/>
          <a:effectRef idx="0"/>
          <a:fontRef idx="minor"/>
        </p:style>
      </p:sp>
      <p:sp>
        <p:nvSpPr>
          <p:cNvPr id="113" name="CustomShape 8"/>
          <p:cNvSpPr/>
          <p:nvPr/>
        </p:nvSpPr>
        <p:spPr>
          <a:xfrm>
            <a:off x="9085320" y="-1440"/>
            <a:ext cx="57240" cy="620640"/>
          </a:xfrm>
          <a:prstGeom prst="rect">
            <a:avLst/>
          </a:prstGeom>
          <a:solidFill>
            <a:srgbClr val="ffffff">
              <a:alpha val="65000"/>
            </a:srgbClr>
          </a:solidFill>
          <a:ln w="0">
            <a:noFill/>
          </a:ln>
        </p:spPr>
        <p:style>
          <a:lnRef idx="0"/>
          <a:fillRef idx="0"/>
          <a:effectRef idx="0"/>
          <a:fontRef idx="minor"/>
        </p:style>
      </p:sp>
      <p:sp>
        <p:nvSpPr>
          <p:cNvPr id="114" name="CustomShape 9"/>
          <p:cNvSpPr/>
          <p:nvPr/>
        </p:nvSpPr>
        <p:spPr>
          <a:xfrm>
            <a:off x="9043920" y="-1440"/>
            <a:ext cx="28800" cy="620640"/>
          </a:xfrm>
          <a:prstGeom prst="rect">
            <a:avLst/>
          </a:prstGeom>
          <a:solidFill>
            <a:srgbClr val="ffffff">
              <a:alpha val="65000"/>
            </a:srgbClr>
          </a:solidFill>
          <a:ln w="0">
            <a:noFill/>
          </a:ln>
        </p:spPr>
        <p:style>
          <a:lnRef idx="0"/>
          <a:fillRef idx="0"/>
          <a:effectRef idx="0"/>
          <a:fontRef idx="minor"/>
        </p:style>
      </p:sp>
      <p:sp>
        <p:nvSpPr>
          <p:cNvPr id="115" name="CustomShape 10"/>
          <p:cNvSpPr/>
          <p:nvPr/>
        </p:nvSpPr>
        <p:spPr>
          <a:xfrm>
            <a:off x="9024840" y="-1440"/>
            <a:ext cx="9720" cy="620640"/>
          </a:xfrm>
          <a:prstGeom prst="rect">
            <a:avLst/>
          </a:prstGeom>
          <a:solidFill>
            <a:srgbClr val="ffffff">
              <a:alpha val="60000"/>
            </a:srgbClr>
          </a:solidFill>
          <a:ln w="0">
            <a:noFill/>
          </a:ln>
        </p:spPr>
        <p:style>
          <a:lnRef idx="0"/>
          <a:fillRef idx="0"/>
          <a:effectRef idx="0"/>
          <a:fontRef idx="minor"/>
        </p:style>
      </p:sp>
      <p:sp>
        <p:nvSpPr>
          <p:cNvPr id="116" name="CustomShape 11"/>
          <p:cNvSpPr/>
          <p:nvPr/>
        </p:nvSpPr>
        <p:spPr>
          <a:xfrm>
            <a:off x="8975880" y="-1440"/>
            <a:ext cx="27000" cy="620640"/>
          </a:xfrm>
          <a:prstGeom prst="rect">
            <a:avLst/>
          </a:prstGeom>
          <a:solidFill>
            <a:srgbClr val="ffffff">
              <a:alpha val="40000"/>
            </a:srgbClr>
          </a:solidFill>
          <a:ln w="0">
            <a:noFill/>
          </a:ln>
        </p:spPr>
        <p:style>
          <a:lnRef idx="0"/>
          <a:fillRef idx="0"/>
          <a:effectRef idx="0"/>
          <a:fontRef idx="minor"/>
        </p:style>
      </p:sp>
      <p:sp>
        <p:nvSpPr>
          <p:cNvPr id="117" name="CustomShape 12"/>
          <p:cNvSpPr/>
          <p:nvPr/>
        </p:nvSpPr>
        <p:spPr>
          <a:xfrm>
            <a:off x="8915400" y="0"/>
            <a:ext cx="55440" cy="585720"/>
          </a:xfrm>
          <a:prstGeom prst="rect">
            <a:avLst/>
          </a:prstGeom>
          <a:solidFill>
            <a:srgbClr val="ffffff">
              <a:alpha val="20000"/>
            </a:srgbClr>
          </a:solidFill>
          <a:ln w="0">
            <a:noFill/>
          </a:ln>
        </p:spPr>
        <p:style>
          <a:lnRef idx="0"/>
          <a:fillRef idx="0"/>
          <a:effectRef idx="0"/>
          <a:fontRef idx="minor"/>
        </p:style>
      </p:sp>
      <p:sp>
        <p:nvSpPr>
          <p:cNvPr id="118" name="CustomShape 13"/>
          <p:cNvSpPr/>
          <p:nvPr/>
        </p:nvSpPr>
        <p:spPr>
          <a:xfrm>
            <a:off x="8874000" y="0"/>
            <a:ext cx="7920" cy="585720"/>
          </a:xfrm>
          <a:prstGeom prst="rect">
            <a:avLst/>
          </a:prstGeom>
          <a:solidFill>
            <a:srgbClr val="ffffff">
              <a:alpha val="30000"/>
            </a:srgbClr>
          </a:solidFill>
          <a:ln w="0">
            <a:noFill/>
          </a:ln>
        </p:spPr>
        <p:style>
          <a:lnRef idx="0"/>
          <a:fillRef idx="0"/>
          <a:effectRef idx="0"/>
          <a:fontRef idx="minor"/>
        </p:style>
      </p:sp>
      <p:sp>
        <p:nvSpPr>
          <p:cNvPr id="119" name="PlaceHolder 14"/>
          <p:cNvSpPr>
            <a:spLocks noGrp="1"/>
          </p:cNvSpPr>
          <p:nvPr>
            <p:ph type="title"/>
          </p:nvPr>
        </p:nvSpPr>
        <p:spPr>
          <a:xfrm>
            <a:off x="457200" y="1142640"/>
            <a:ext cx="8229600" cy="1066680"/>
          </a:xfrm>
          <a:prstGeom prst="rect">
            <a:avLst/>
          </a:prstGeom>
        </p:spPr>
        <p:txBody>
          <a:bodyPr lIns="90000" rIns="90000" tIns="46800" bIns="46800" anchor="ctr">
            <a:noAutofit/>
          </a:bodyPr>
          <a:p>
            <a:r>
              <a:rPr b="0" lang="en-US" sz="4000" spc="-1" strike="noStrike">
                <a:solidFill>
                  <a:srgbClr val="424456"/>
                </a:solidFill>
                <a:latin typeface="Trebuchet MS"/>
              </a:rPr>
              <a:t>Click to edit the title text format</a:t>
            </a:r>
            <a:endParaRPr b="0" lang="en-US" sz="4000" spc="-1" strike="noStrike">
              <a:solidFill>
                <a:srgbClr val="424456"/>
              </a:solidFill>
              <a:latin typeface="Trebuchet MS"/>
            </a:endParaRPr>
          </a:p>
        </p:txBody>
      </p:sp>
      <p:sp>
        <p:nvSpPr>
          <p:cNvPr id="120" name="PlaceHolder 15"/>
          <p:cNvSpPr>
            <a:spLocks noGrp="1"/>
          </p:cNvSpPr>
          <p:nvPr>
            <p:ph type="body"/>
          </p:nvPr>
        </p:nvSpPr>
        <p:spPr>
          <a:xfrm>
            <a:off x="457200" y="2249640"/>
            <a:ext cx="8229600" cy="4324320"/>
          </a:xfrm>
          <a:prstGeom prst="rect">
            <a:avLst/>
          </a:prstGeom>
        </p:spPr>
        <p:txBody>
          <a:bodyPr lIns="90000" rIns="90000" tIns="46800" bIns="46800">
            <a:normAutofit/>
          </a:bodyPr>
          <a:p>
            <a:pPr marL="365040" indent="-255600">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Click to edit the outline text format</a:t>
            </a:r>
            <a:endParaRPr b="0" lang="en-US" sz="2800" spc="-1" strike="noStrike">
              <a:solidFill>
                <a:srgbClr val="000000"/>
              </a:solidFill>
              <a:latin typeface="Georgia"/>
            </a:endParaRPr>
          </a:p>
          <a:p>
            <a:pPr lvl="1" marL="657000" indent="-245880">
              <a:spcBef>
                <a:spcPts val="298"/>
              </a:spcBef>
              <a:buClr>
                <a:srgbClr val="438086"/>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Second Outline Level</a:t>
            </a:r>
            <a:endParaRPr b="0" lang="en-US" sz="2800" spc="-1" strike="noStrike">
              <a:solidFill>
                <a:srgbClr val="000000"/>
              </a:solidFill>
              <a:latin typeface="Georgia"/>
            </a:endParaRPr>
          </a:p>
          <a:p>
            <a:pPr lvl="2" marL="922320" indent="-219240">
              <a:spcBef>
                <a:spcPts val="298"/>
              </a:spcBef>
              <a:buClr>
                <a:srgbClr val="53548a"/>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Third Outline Level</a:t>
            </a:r>
            <a:endParaRPr b="0" lang="en-US" sz="2800" spc="-1" strike="noStrike">
              <a:solidFill>
                <a:srgbClr val="000000"/>
              </a:solidFill>
              <a:latin typeface="Georgia"/>
            </a:endParaRPr>
          </a:p>
          <a:p>
            <a:pPr lvl="3" marL="1179360" indent="-200160">
              <a:spcBef>
                <a:spcPts val="298"/>
              </a:spcBef>
              <a:buClr>
                <a:srgbClr val="53548a"/>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Fourth Outline Level</a:t>
            </a:r>
            <a:endParaRPr b="0" lang="en-US" sz="2800" spc="-1" strike="noStrike">
              <a:solidFill>
                <a:srgbClr val="000000"/>
              </a:solidFill>
              <a:latin typeface="Georgia"/>
            </a:endParaRPr>
          </a:p>
          <a:p>
            <a:pPr lvl="4" marL="1388880" indent="-182520">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Fifth Outline Level</a:t>
            </a:r>
            <a:endParaRPr b="0" lang="en-US" sz="2800" spc="-1" strike="noStrike">
              <a:solidFill>
                <a:srgbClr val="000000"/>
              </a:solidFill>
              <a:latin typeface="Georgia"/>
            </a:endParaRPr>
          </a:p>
          <a:p>
            <a:pPr lvl="5" marL="1388880" indent="-182520">
              <a:spcBef>
                <a:spcPts val="298"/>
              </a:spcBef>
              <a:buClr>
                <a:srgbClr val="000000"/>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Sixth Outline Level</a:t>
            </a:r>
            <a:endParaRPr b="0" lang="en-US" sz="2800" spc="-1" strike="noStrike">
              <a:solidFill>
                <a:srgbClr val="000000"/>
              </a:solidFill>
              <a:latin typeface="Georgia"/>
            </a:endParaRPr>
          </a:p>
          <a:p>
            <a:pPr lvl="6" marL="1388880" indent="-182520">
              <a:spcBef>
                <a:spcPts val="298"/>
              </a:spcBef>
              <a:buClr>
                <a:srgbClr val="000000"/>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Seventh Outline Level</a:t>
            </a:r>
            <a:endParaRPr b="0" lang="en-US" sz="2800" spc="-1" strike="noStrike">
              <a:solidFill>
                <a:srgbClr val="000000"/>
              </a:solidFill>
              <a:latin typeface="Georgia"/>
            </a:endParaRPr>
          </a:p>
        </p:txBody>
      </p:sp>
      <p:sp>
        <p:nvSpPr>
          <p:cNvPr id="121" name="PlaceHolder 16"/>
          <p:cNvSpPr>
            <a:spLocks noGrp="1"/>
          </p:cNvSpPr>
          <p:nvPr>
            <p:ph type="dt"/>
          </p:nvPr>
        </p:nvSpPr>
        <p:spPr>
          <a:xfrm>
            <a:off x="6586200" y="612720"/>
            <a:ext cx="957240" cy="457200"/>
          </a:xfrm>
          <a:prstGeom prst="rect">
            <a:avLst/>
          </a:prstGeom>
        </p:spPr>
        <p:txBody>
          <a:bodyPr lIns="90000" rIns="90000" tIns="46800" bIns="46800">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800" spc="-1" strike="noStrike">
                <a:solidFill>
                  <a:srgbClr val="438086"/>
                </a:solidFill>
                <a:latin typeface="Georgia"/>
              </a:rPr>
              <a:t>&lt;date/time&gt;</a:t>
            </a:r>
            <a:endParaRPr b="0" lang="en-US" sz="800" spc="-1" strike="noStrike">
              <a:latin typeface="Times New Roman"/>
            </a:endParaRPr>
          </a:p>
        </p:txBody>
      </p:sp>
      <p:sp>
        <p:nvSpPr>
          <p:cNvPr id="122" name="PlaceHolder 17"/>
          <p:cNvSpPr>
            <a:spLocks noGrp="1"/>
          </p:cNvSpPr>
          <p:nvPr>
            <p:ph type="sldNum"/>
          </p:nvPr>
        </p:nvSpPr>
        <p:spPr>
          <a:xfrm>
            <a:off x="8174160" y="1080"/>
            <a:ext cx="761760" cy="366840"/>
          </a:xfrm>
          <a:prstGeom prst="rect">
            <a:avLst/>
          </a:prstGeom>
        </p:spPr>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6FF2B13-2403-466C-8BB4-8B21370788D9}" type="slidenum">
              <a:rPr b="0" lang="ru-RU" sz="2400" spc="-1" strike="noStrike">
                <a:solidFill>
                  <a:srgbClr val="ffffff"/>
                </a:solidFill>
                <a:latin typeface="Georgia"/>
              </a:rPr>
              <a:t>&lt;number&gt;</a:t>
            </a:fld>
            <a:endParaRPr b="0" lang="en-US" sz="2400" spc="-1" strike="noStrike">
              <a:latin typeface="Times New Roman"/>
            </a:endParaRPr>
          </a:p>
        </p:txBody>
      </p:sp>
      <p:sp>
        <p:nvSpPr>
          <p:cNvPr id="123" name="PlaceHolder 18"/>
          <p:cNvSpPr>
            <a:spLocks noGrp="1"/>
          </p:cNvSpPr>
          <p:nvPr>
            <p:ph type="ftr"/>
          </p:nvPr>
        </p:nvSpPr>
        <p:spPr>
          <a:xfrm>
            <a:off x="5257800" y="612720"/>
            <a:ext cx="1325520" cy="457200"/>
          </a:xfrm>
          <a:prstGeom prst="rect">
            <a:avLst/>
          </a:prstGeom>
        </p:spPr>
        <p:txBody>
          <a:bodyPr lIns="90000" rIns="90000" tIns="46800" bIns="46800">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0" name="CustomShape 1"/>
          <p:cNvSpPr/>
          <p:nvPr/>
        </p:nvSpPr>
        <p:spPr>
          <a:xfrm>
            <a:off x="0" y="366840"/>
            <a:ext cx="9144000" cy="83880"/>
          </a:xfrm>
          <a:prstGeom prst="rect">
            <a:avLst/>
          </a:prstGeom>
          <a:solidFill>
            <a:srgbClr val="438086">
              <a:alpha val="50000"/>
            </a:srgbClr>
          </a:solidFill>
          <a:ln w="0">
            <a:noFill/>
          </a:ln>
        </p:spPr>
        <p:style>
          <a:lnRef idx="0"/>
          <a:fillRef idx="0"/>
          <a:effectRef idx="0"/>
          <a:fontRef idx="minor"/>
        </p:style>
      </p:sp>
      <p:sp>
        <p:nvSpPr>
          <p:cNvPr id="161" name="CustomShape 2"/>
          <p:cNvSpPr/>
          <p:nvPr/>
        </p:nvSpPr>
        <p:spPr>
          <a:xfrm>
            <a:off x="0" y="0"/>
            <a:ext cx="9144000" cy="311040"/>
          </a:xfrm>
          <a:prstGeom prst="rect">
            <a:avLst/>
          </a:prstGeom>
          <a:solidFill>
            <a:srgbClr val="424456"/>
          </a:solidFill>
          <a:ln w="0">
            <a:noFill/>
          </a:ln>
        </p:spPr>
        <p:style>
          <a:lnRef idx="0"/>
          <a:fillRef idx="0"/>
          <a:effectRef idx="0"/>
          <a:fontRef idx="minor"/>
        </p:style>
      </p:sp>
      <p:sp>
        <p:nvSpPr>
          <p:cNvPr id="162" name="CustomShape 3"/>
          <p:cNvSpPr/>
          <p:nvPr/>
        </p:nvSpPr>
        <p:spPr>
          <a:xfrm>
            <a:off x="0" y="307800"/>
            <a:ext cx="9144000" cy="92160"/>
          </a:xfrm>
          <a:prstGeom prst="rect">
            <a:avLst/>
          </a:prstGeom>
          <a:solidFill>
            <a:srgbClr val="438086"/>
          </a:solidFill>
          <a:ln w="0">
            <a:noFill/>
          </a:ln>
        </p:spPr>
        <p:style>
          <a:lnRef idx="0"/>
          <a:fillRef idx="0"/>
          <a:effectRef idx="0"/>
          <a:fontRef idx="minor"/>
        </p:style>
      </p:sp>
      <p:sp>
        <p:nvSpPr>
          <p:cNvPr id="163" name="CustomShape 4"/>
          <p:cNvSpPr/>
          <p:nvPr/>
        </p:nvSpPr>
        <p:spPr>
          <a:xfrm flipV="1">
            <a:off x="5410080" y="359280"/>
            <a:ext cx="3733920" cy="90360"/>
          </a:xfrm>
          <a:prstGeom prst="rect">
            <a:avLst/>
          </a:prstGeom>
          <a:solidFill>
            <a:srgbClr val="438086"/>
          </a:solidFill>
          <a:ln w="0">
            <a:noFill/>
          </a:ln>
        </p:spPr>
        <p:style>
          <a:lnRef idx="0"/>
          <a:fillRef idx="0"/>
          <a:effectRef idx="0"/>
          <a:fontRef idx="minor"/>
        </p:style>
      </p:sp>
      <p:sp>
        <p:nvSpPr>
          <p:cNvPr id="164" name="CustomShape 5"/>
          <p:cNvSpPr/>
          <p:nvPr/>
        </p:nvSpPr>
        <p:spPr>
          <a:xfrm flipV="1">
            <a:off x="5410080" y="438480"/>
            <a:ext cx="3733920" cy="181080"/>
          </a:xfrm>
          <a:prstGeom prst="rect">
            <a:avLst/>
          </a:prstGeom>
          <a:solidFill>
            <a:srgbClr val="438086">
              <a:alpha val="50000"/>
            </a:srgbClr>
          </a:solidFill>
          <a:ln w="0">
            <a:noFill/>
          </a:ln>
        </p:spPr>
        <p:style>
          <a:lnRef idx="0"/>
          <a:fillRef idx="0"/>
          <a:effectRef idx="0"/>
          <a:fontRef idx="minor"/>
        </p:style>
      </p:sp>
      <p:sp>
        <p:nvSpPr>
          <p:cNvPr id="165" name="CustomShape 6"/>
          <p:cNvSpPr/>
          <p:nvPr/>
        </p:nvSpPr>
        <p:spPr>
          <a:xfrm>
            <a:off x="5407200" y="496800"/>
            <a:ext cx="3063600" cy="28800"/>
          </a:xfrm>
          <a:custGeom>
            <a:avLst/>
            <a:gdLst/>
            <a:ahLst/>
            <a:rect l="0" t="0" r="r" b="b"/>
            <a:pathLst>
              <a:path w="8512" h="82">
                <a:moveTo>
                  <a:pt x="13" y="0"/>
                </a:moveTo>
                <a:lnTo>
                  <a:pt x="14" y="0"/>
                </a:lnTo>
                <a:cubicBezTo>
                  <a:pt x="11" y="0"/>
                  <a:pt x="9" y="1"/>
                  <a:pt x="7" y="2"/>
                </a:cubicBezTo>
                <a:cubicBezTo>
                  <a:pt x="5" y="3"/>
                  <a:pt x="3" y="5"/>
                  <a:pt x="2" y="7"/>
                </a:cubicBezTo>
                <a:cubicBezTo>
                  <a:pt x="1" y="9"/>
                  <a:pt x="0" y="11"/>
                  <a:pt x="0" y="14"/>
                </a:cubicBezTo>
                <a:lnTo>
                  <a:pt x="0" y="67"/>
                </a:lnTo>
                <a:lnTo>
                  <a:pt x="0" y="68"/>
                </a:lnTo>
                <a:cubicBezTo>
                  <a:pt x="0" y="70"/>
                  <a:pt x="1" y="72"/>
                  <a:pt x="2" y="74"/>
                </a:cubicBezTo>
                <a:cubicBezTo>
                  <a:pt x="3" y="76"/>
                  <a:pt x="5" y="78"/>
                  <a:pt x="7" y="79"/>
                </a:cubicBezTo>
                <a:cubicBezTo>
                  <a:pt x="9" y="80"/>
                  <a:pt x="11" y="81"/>
                  <a:pt x="14" y="81"/>
                </a:cubicBezTo>
                <a:lnTo>
                  <a:pt x="8497" y="81"/>
                </a:lnTo>
                <a:lnTo>
                  <a:pt x="8498" y="81"/>
                </a:lnTo>
                <a:cubicBezTo>
                  <a:pt x="8500" y="81"/>
                  <a:pt x="8502" y="80"/>
                  <a:pt x="8504" y="79"/>
                </a:cubicBezTo>
                <a:cubicBezTo>
                  <a:pt x="8506" y="78"/>
                  <a:pt x="8508" y="76"/>
                  <a:pt x="8509" y="74"/>
                </a:cubicBezTo>
                <a:cubicBezTo>
                  <a:pt x="8510" y="72"/>
                  <a:pt x="8511" y="70"/>
                  <a:pt x="8511" y="68"/>
                </a:cubicBezTo>
                <a:lnTo>
                  <a:pt x="8511" y="13"/>
                </a:lnTo>
                <a:lnTo>
                  <a:pt x="8511" y="14"/>
                </a:lnTo>
                <a:lnTo>
                  <a:pt x="8511" y="14"/>
                </a:lnTo>
                <a:cubicBezTo>
                  <a:pt x="8511" y="11"/>
                  <a:pt x="8510" y="9"/>
                  <a:pt x="8509" y="7"/>
                </a:cubicBezTo>
                <a:cubicBezTo>
                  <a:pt x="8508" y="5"/>
                  <a:pt x="8506" y="3"/>
                  <a:pt x="8504" y="2"/>
                </a:cubicBezTo>
                <a:cubicBezTo>
                  <a:pt x="8502" y="1"/>
                  <a:pt x="8500" y="0"/>
                  <a:pt x="8498" y="0"/>
                </a:cubicBezTo>
                <a:lnTo>
                  <a:pt x="13" y="0"/>
                </a:lnTo>
              </a:path>
            </a:pathLst>
          </a:custGeom>
          <a:noFill/>
          <a:ln w="0">
            <a:noFill/>
          </a:ln>
        </p:spPr>
        <p:style>
          <a:lnRef idx="0"/>
          <a:fillRef idx="0"/>
          <a:effectRef idx="0"/>
          <a:fontRef idx="minor"/>
        </p:style>
      </p:sp>
      <p:sp>
        <p:nvSpPr>
          <p:cNvPr id="166" name="CustomShape 7"/>
          <p:cNvSpPr/>
          <p:nvPr/>
        </p:nvSpPr>
        <p:spPr>
          <a:xfrm>
            <a:off x="7373880" y="588960"/>
            <a:ext cx="1600200" cy="36360"/>
          </a:xfrm>
          <a:custGeom>
            <a:avLst/>
            <a:gdLst/>
            <a:ahLst/>
            <a:rect l="0" t="0" r="r" b="b"/>
            <a:pathLst>
              <a:path w="4447" h="103">
                <a:moveTo>
                  <a:pt x="17" y="0"/>
                </a:moveTo>
                <a:lnTo>
                  <a:pt x="17" y="0"/>
                </a:lnTo>
                <a:cubicBezTo>
                  <a:pt x="14" y="0"/>
                  <a:pt x="11" y="1"/>
                  <a:pt x="9" y="2"/>
                </a:cubicBezTo>
                <a:cubicBezTo>
                  <a:pt x="6" y="4"/>
                  <a:pt x="4" y="6"/>
                  <a:pt x="2" y="9"/>
                </a:cubicBezTo>
                <a:cubicBezTo>
                  <a:pt x="1" y="11"/>
                  <a:pt x="0" y="14"/>
                  <a:pt x="0" y="17"/>
                </a:cubicBezTo>
                <a:lnTo>
                  <a:pt x="0" y="85"/>
                </a:lnTo>
                <a:lnTo>
                  <a:pt x="0" y="85"/>
                </a:lnTo>
                <a:cubicBezTo>
                  <a:pt x="0" y="88"/>
                  <a:pt x="1" y="91"/>
                  <a:pt x="2" y="94"/>
                </a:cubicBezTo>
                <a:cubicBezTo>
                  <a:pt x="4" y="96"/>
                  <a:pt x="6" y="98"/>
                  <a:pt x="9" y="100"/>
                </a:cubicBezTo>
                <a:cubicBezTo>
                  <a:pt x="11" y="101"/>
                  <a:pt x="14" y="102"/>
                  <a:pt x="17" y="102"/>
                </a:cubicBezTo>
                <a:lnTo>
                  <a:pt x="4429" y="102"/>
                </a:lnTo>
                <a:lnTo>
                  <a:pt x="4429" y="102"/>
                </a:lnTo>
                <a:cubicBezTo>
                  <a:pt x="4432" y="102"/>
                  <a:pt x="4435" y="101"/>
                  <a:pt x="4438" y="100"/>
                </a:cubicBezTo>
                <a:cubicBezTo>
                  <a:pt x="4440" y="98"/>
                  <a:pt x="4442" y="96"/>
                  <a:pt x="4444" y="94"/>
                </a:cubicBezTo>
                <a:cubicBezTo>
                  <a:pt x="4445" y="91"/>
                  <a:pt x="4446" y="88"/>
                  <a:pt x="4446" y="85"/>
                </a:cubicBezTo>
                <a:lnTo>
                  <a:pt x="4446" y="17"/>
                </a:lnTo>
                <a:lnTo>
                  <a:pt x="4446" y="17"/>
                </a:lnTo>
                <a:lnTo>
                  <a:pt x="4446" y="17"/>
                </a:lnTo>
                <a:cubicBezTo>
                  <a:pt x="4446" y="14"/>
                  <a:pt x="4445" y="11"/>
                  <a:pt x="4444" y="9"/>
                </a:cubicBezTo>
                <a:cubicBezTo>
                  <a:pt x="4442" y="6"/>
                  <a:pt x="4440" y="4"/>
                  <a:pt x="4438" y="2"/>
                </a:cubicBezTo>
                <a:cubicBezTo>
                  <a:pt x="4435" y="1"/>
                  <a:pt x="4432" y="0"/>
                  <a:pt x="4429" y="0"/>
                </a:cubicBezTo>
                <a:lnTo>
                  <a:pt x="17" y="0"/>
                </a:lnTo>
              </a:path>
            </a:pathLst>
          </a:custGeom>
          <a:noFill/>
          <a:ln w="0">
            <a:noFill/>
          </a:ln>
        </p:spPr>
        <p:style>
          <a:lnRef idx="0"/>
          <a:fillRef idx="0"/>
          <a:effectRef idx="0"/>
          <a:fontRef idx="minor"/>
        </p:style>
      </p:sp>
      <p:sp>
        <p:nvSpPr>
          <p:cNvPr id="167" name="CustomShape 8"/>
          <p:cNvSpPr/>
          <p:nvPr/>
        </p:nvSpPr>
        <p:spPr>
          <a:xfrm>
            <a:off x="9085320" y="-1440"/>
            <a:ext cx="57240" cy="620640"/>
          </a:xfrm>
          <a:prstGeom prst="rect">
            <a:avLst/>
          </a:prstGeom>
          <a:solidFill>
            <a:srgbClr val="ffffff">
              <a:alpha val="65000"/>
            </a:srgbClr>
          </a:solidFill>
          <a:ln w="0">
            <a:noFill/>
          </a:ln>
        </p:spPr>
        <p:style>
          <a:lnRef idx="0"/>
          <a:fillRef idx="0"/>
          <a:effectRef idx="0"/>
          <a:fontRef idx="minor"/>
        </p:style>
      </p:sp>
      <p:sp>
        <p:nvSpPr>
          <p:cNvPr id="168" name="CustomShape 9"/>
          <p:cNvSpPr/>
          <p:nvPr/>
        </p:nvSpPr>
        <p:spPr>
          <a:xfrm>
            <a:off x="9043920" y="-1440"/>
            <a:ext cx="28800" cy="620640"/>
          </a:xfrm>
          <a:prstGeom prst="rect">
            <a:avLst/>
          </a:prstGeom>
          <a:solidFill>
            <a:srgbClr val="ffffff">
              <a:alpha val="65000"/>
            </a:srgbClr>
          </a:solidFill>
          <a:ln w="0">
            <a:noFill/>
          </a:ln>
        </p:spPr>
        <p:style>
          <a:lnRef idx="0"/>
          <a:fillRef idx="0"/>
          <a:effectRef idx="0"/>
          <a:fontRef idx="minor"/>
        </p:style>
      </p:sp>
      <p:sp>
        <p:nvSpPr>
          <p:cNvPr id="169" name="CustomShape 10"/>
          <p:cNvSpPr/>
          <p:nvPr/>
        </p:nvSpPr>
        <p:spPr>
          <a:xfrm>
            <a:off x="9024840" y="-1440"/>
            <a:ext cx="9720" cy="620640"/>
          </a:xfrm>
          <a:prstGeom prst="rect">
            <a:avLst/>
          </a:prstGeom>
          <a:solidFill>
            <a:srgbClr val="ffffff">
              <a:alpha val="60000"/>
            </a:srgbClr>
          </a:solidFill>
          <a:ln w="0">
            <a:noFill/>
          </a:ln>
        </p:spPr>
        <p:style>
          <a:lnRef idx="0"/>
          <a:fillRef idx="0"/>
          <a:effectRef idx="0"/>
          <a:fontRef idx="minor"/>
        </p:style>
      </p:sp>
      <p:sp>
        <p:nvSpPr>
          <p:cNvPr id="170" name="CustomShape 11"/>
          <p:cNvSpPr/>
          <p:nvPr/>
        </p:nvSpPr>
        <p:spPr>
          <a:xfrm>
            <a:off x="8975880" y="-1440"/>
            <a:ext cx="27000" cy="620640"/>
          </a:xfrm>
          <a:prstGeom prst="rect">
            <a:avLst/>
          </a:prstGeom>
          <a:solidFill>
            <a:srgbClr val="ffffff">
              <a:alpha val="40000"/>
            </a:srgbClr>
          </a:solidFill>
          <a:ln w="0">
            <a:noFill/>
          </a:ln>
        </p:spPr>
        <p:style>
          <a:lnRef idx="0"/>
          <a:fillRef idx="0"/>
          <a:effectRef idx="0"/>
          <a:fontRef idx="minor"/>
        </p:style>
      </p:sp>
      <p:sp>
        <p:nvSpPr>
          <p:cNvPr id="171" name="CustomShape 12"/>
          <p:cNvSpPr/>
          <p:nvPr/>
        </p:nvSpPr>
        <p:spPr>
          <a:xfrm>
            <a:off x="8915400" y="0"/>
            <a:ext cx="55440" cy="585720"/>
          </a:xfrm>
          <a:prstGeom prst="rect">
            <a:avLst/>
          </a:prstGeom>
          <a:solidFill>
            <a:srgbClr val="ffffff">
              <a:alpha val="20000"/>
            </a:srgbClr>
          </a:solidFill>
          <a:ln w="0">
            <a:noFill/>
          </a:ln>
        </p:spPr>
        <p:style>
          <a:lnRef idx="0"/>
          <a:fillRef idx="0"/>
          <a:effectRef idx="0"/>
          <a:fontRef idx="minor"/>
        </p:style>
      </p:sp>
      <p:sp>
        <p:nvSpPr>
          <p:cNvPr id="172" name="CustomShape 13"/>
          <p:cNvSpPr/>
          <p:nvPr/>
        </p:nvSpPr>
        <p:spPr>
          <a:xfrm>
            <a:off x="8874000" y="0"/>
            <a:ext cx="7920" cy="585720"/>
          </a:xfrm>
          <a:prstGeom prst="rect">
            <a:avLst/>
          </a:prstGeom>
          <a:solidFill>
            <a:srgbClr val="ffffff">
              <a:alpha val="30000"/>
            </a:srgbClr>
          </a:solidFill>
          <a:ln w="0">
            <a:noFill/>
          </a:ln>
        </p:spPr>
        <p:style>
          <a:lnRef idx="0"/>
          <a:fillRef idx="0"/>
          <a:effectRef idx="0"/>
          <a:fontRef idx="minor"/>
        </p:style>
      </p:sp>
      <p:sp>
        <p:nvSpPr>
          <p:cNvPr id="173" name="PlaceHolder 14"/>
          <p:cNvSpPr>
            <a:spLocks noGrp="1"/>
          </p:cNvSpPr>
          <p:nvPr>
            <p:ph type="title"/>
          </p:nvPr>
        </p:nvSpPr>
        <p:spPr>
          <a:xfrm>
            <a:off x="457200" y="1142640"/>
            <a:ext cx="8229600" cy="1066680"/>
          </a:xfrm>
          <a:prstGeom prst="rect">
            <a:avLst/>
          </a:prstGeom>
        </p:spPr>
        <p:txBody>
          <a:bodyPr lIns="90000" rIns="90000" tIns="46800" bIns="46800" anchor="ctr">
            <a:noAutofit/>
          </a:bodyPr>
          <a:p>
            <a:r>
              <a:rPr b="0" lang="en-US" sz="4000" spc="-1" strike="noStrike">
                <a:solidFill>
                  <a:srgbClr val="424456"/>
                </a:solidFill>
                <a:latin typeface="Trebuchet MS"/>
              </a:rPr>
              <a:t>Click to edit the title text format</a:t>
            </a:r>
            <a:endParaRPr b="0" lang="en-US" sz="4000" spc="-1" strike="noStrike">
              <a:solidFill>
                <a:srgbClr val="424456"/>
              </a:solidFill>
              <a:latin typeface="Trebuchet MS"/>
            </a:endParaRPr>
          </a:p>
        </p:txBody>
      </p:sp>
      <p:sp>
        <p:nvSpPr>
          <p:cNvPr id="174" name="PlaceHolder 15"/>
          <p:cNvSpPr>
            <a:spLocks noGrp="1"/>
          </p:cNvSpPr>
          <p:nvPr>
            <p:ph type="body"/>
          </p:nvPr>
        </p:nvSpPr>
        <p:spPr>
          <a:xfrm>
            <a:off x="457200" y="2249640"/>
            <a:ext cx="8229600" cy="4324320"/>
          </a:xfrm>
          <a:prstGeom prst="rect">
            <a:avLst/>
          </a:prstGeom>
        </p:spPr>
        <p:txBody>
          <a:bodyPr lIns="90000" rIns="90000" tIns="46800" bIns="46800">
            <a:normAutofit/>
          </a:bodyPr>
          <a:p>
            <a:pPr marL="365040" indent="-255600">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Click to edit the outline text format</a:t>
            </a:r>
            <a:endParaRPr b="0" lang="en-US" sz="2800" spc="-1" strike="noStrike">
              <a:solidFill>
                <a:srgbClr val="000000"/>
              </a:solidFill>
              <a:latin typeface="Georgia"/>
            </a:endParaRPr>
          </a:p>
          <a:p>
            <a:pPr lvl="1" marL="657000" indent="-245880">
              <a:spcBef>
                <a:spcPts val="298"/>
              </a:spcBef>
              <a:buClr>
                <a:srgbClr val="438086"/>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Second Outline Level</a:t>
            </a:r>
            <a:endParaRPr b="0" lang="en-US" sz="2800" spc="-1" strike="noStrike">
              <a:solidFill>
                <a:srgbClr val="000000"/>
              </a:solidFill>
              <a:latin typeface="Georgia"/>
            </a:endParaRPr>
          </a:p>
          <a:p>
            <a:pPr lvl="2" marL="922320" indent="-219240">
              <a:spcBef>
                <a:spcPts val="298"/>
              </a:spcBef>
              <a:buClr>
                <a:srgbClr val="53548a"/>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Third Outline Level</a:t>
            </a:r>
            <a:endParaRPr b="0" lang="en-US" sz="2800" spc="-1" strike="noStrike">
              <a:solidFill>
                <a:srgbClr val="000000"/>
              </a:solidFill>
              <a:latin typeface="Georgia"/>
            </a:endParaRPr>
          </a:p>
          <a:p>
            <a:pPr lvl="3" marL="1179360" indent="-200160">
              <a:spcBef>
                <a:spcPts val="298"/>
              </a:spcBef>
              <a:buClr>
                <a:srgbClr val="53548a"/>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Fourth Outline Level</a:t>
            </a:r>
            <a:endParaRPr b="0" lang="en-US" sz="2800" spc="-1" strike="noStrike">
              <a:solidFill>
                <a:srgbClr val="000000"/>
              </a:solidFill>
              <a:latin typeface="Georgia"/>
            </a:endParaRPr>
          </a:p>
          <a:p>
            <a:pPr lvl="4" marL="1388880" indent="-182520">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Fifth Outline Level</a:t>
            </a:r>
            <a:endParaRPr b="0" lang="en-US" sz="2800" spc="-1" strike="noStrike">
              <a:solidFill>
                <a:srgbClr val="000000"/>
              </a:solidFill>
              <a:latin typeface="Georgia"/>
            </a:endParaRPr>
          </a:p>
          <a:p>
            <a:pPr lvl="5" marL="1388880" indent="-182520">
              <a:spcBef>
                <a:spcPts val="298"/>
              </a:spcBef>
              <a:buClr>
                <a:srgbClr val="000000"/>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Sixth Outline Level</a:t>
            </a:r>
            <a:endParaRPr b="0" lang="en-US" sz="2800" spc="-1" strike="noStrike">
              <a:solidFill>
                <a:srgbClr val="000000"/>
              </a:solidFill>
              <a:latin typeface="Georgia"/>
            </a:endParaRPr>
          </a:p>
          <a:p>
            <a:pPr lvl="6" marL="1388880" indent="-182520">
              <a:spcBef>
                <a:spcPts val="298"/>
              </a:spcBef>
              <a:buClr>
                <a:srgbClr val="000000"/>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Georgia"/>
              </a:rPr>
              <a:t>Seventh Outline Level</a:t>
            </a:r>
            <a:endParaRPr b="0" lang="en-US" sz="2800" spc="-1" strike="noStrike">
              <a:solidFill>
                <a:srgbClr val="000000"/>
              </a:solidFill>
              <a:latin typeface="Georgia"/>
            </a:endParaRPr>
          </a:p>
        </p:txBody>
      </p:sp>
      <p:sp>
        <p:nvSpPr>
          <p:cNvPr id="175" name="PlaceHolder 16"/>
          <p:cNvSpPr>
            <a:spLocks noGrp="1"/>
          </p:cNvSpPr>
          <p:nvPr>
            <p:ph type="dt"/>
          </p:nvPr>
        </p:nvSpPr>
        <p:spPr>
          <a:xfrm>
            <a:off x="6582960" y="612720"/>
            <a:ext cx="957240" cy="457200"/>
          </a:xfrm>
          <a:prstGeom prst="rect">
            <a:avLst/>
          </a:prstGeom>
        </p:spPr>
        <p:txBody>
          <a:bodyPr lIns="90000" rIns="90000" tIns="46800" bIns="46800">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800" spc="-1" strike="noStrike">
                <a:solidFill>
                  <a:srgbClr val="438086"/>
                </a:solidFill>
                <a:latin typeface="Georgia"/>
              </a:rPr>
              <a:t>&lt;date/time&gt;</a:t>
            </a:r>
            <a:endParaRPr b="0" lang="en-US" sz="800" spc="-1" strike="noStrike">
              <a:latin typeface="Times New Roman"/>
            </a:endParaRPr>
          </a:p>
        </p:txBody>
      </p:sp>
      <p:sp>
        <p:nvSpPr>
          <p:cNvPr id="176" name="PlaceHolder 17"/>
          <p:cNvSpPr>
            <a:spLocks noGrp="1"/>
          </p:cNvSpPr>
          <p:nvPr>
            <p:ph type="ftr"/>
          </p:nvPr>
        </p:nvSpPr>
        <p:spPr>
          <a:xfrm>
            <a:off x="5257800" y="612720"/>
            <a:ext cx="1325520" cy="457200"/>
          </a:xfrm>
          <a:prstGeom prst="rect">
            <a:avLst/>
          </a:prstGeom>
        </p:spPr>
        <p:txBody>
          <a:bodyPr lIns="90000" rIns="90000" tIns="46800" bIns="46800">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177" name="PlaceHolder 18"/>
          <p:cNvSpPr>
            <a:spLocks noGrp="1"/>
          </p:cNvSpPr>
          <p:nvPr>
            <p:ph type="sldNum"/>
          </p:nvPr>
        </p:nvSpPr>
        <p:spPr>
          <a:xfrm>
            <a:off x="8174160" y="1080"/>
            <a:ext cx="761760" cy="366840"/>
          </a:xfrm>
          <a:prstGeom prst="rect">
            <a:avLst/>
          </a:prstGeom>
        </p:spPr>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13FE487-714E-4039-BF6A-F5E4381C18B1}" type="slidenum">
              <a:rPr b="0" lang="ru-RU" sz="2400" spc="-1" strike="noStrike">
                <a:solidFill>
                  <a:srgbClr val="ffffff"/>
                </a:solidFill>
                <a:latin typeface="Georgia"/>
              </a:rPr>
              <a:t>&lt;number&gt;</a:t>
            </a:fld>
            <a:endParaRPr b="0" lang="en-US" sz="2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1.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TextShape 1"/>
          <p:cNvSpPr txBox="1"/>
          <p:nvPr/>
        </p:nvSpPr>
        <p:spPr>
          <a:xfrm>
            <a:off x="1000080" y="1071360"/>
            <a:ext cx="7407360" cy="1471320"/>
          </a:xfrm>
          <a:prstGeom prst="rect">
            <a:avLst/>
          </a:prstGeom>
          <a:noFill/>
          <a:ln w="0">
            <a:noFill/>
          </a:ln>
        </p:spPr>
        <p:txBody>
          <a:bodyPr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4400" spc="-1" strike="noStrike">
                <a:solidFill>
                  <a:srgbClr val="ffffff"/>
                </a:solidFill>
                <a:latin typeface="Times New Roman"/>
                <a:ea typeface="Times New Roman"/>
              </a:rPr>
              <a:t>Топологии компьютерных сетей. Настройка сети</a:t>
            </a:r>
            <a:endParaRPr b="0" lang="en-US" sz="4400" spc="-1" strike="noStrike">
              <a:solidFill>
                <a:srgbClr val="424456"/>
              </a:solidFill>
              <a:latin typeface="Trebuchet MS"/>
            </a:endParaRPr>
          </a:p>
        </p:txBody>
      </p:sp>
      <p:pic>
        <p:nvPicPr>
          <p:cNvPr id="222" name="Picture 2" descr=""/>
          <p:cNvPicPr/>
          <p:nvPr/>
        </p:nvPicPr>
        <p:blipFill>
          <a:blip r:embed="rId1"/>
          <a:stretch/>
        </p:blipFill>
        <p:spPr>
          <a:xfrm>
            <a:off x="357120" y="3843360"/>
            <a:ext cx="3643560" cy="301464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TextShape 1"/>
          <p:cNvSpPr txBox="1"/>
          <p:nvPr/>
        </p:nvSpPr>
        <p:spPr>
          <a:xfrm>
            <a:off x="285840" y="499680"/>
            <a:ext cx="8229600" cy="1066680"/>
          </a:xfrm>
          <a:prstGeom prst="rect">
            <a:avLst/>
          </a:prstGeom>
          <a:noFill/>
          <a:ln w="0">
            <a:noFill/>
          </a:ln>
        </p:spPr>
        <p:txBody>
          <a:bodyPr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4000" spc="-1" strike="noStrike">
                <a:solidFill>
                  <a:srgbClr val="424456"/>
                </a:solidFill>
                <a:latin typeface="Times New Roman"/>
                <a:ea typeface="Times New Roman"/>
              </a:rPr>
              <a:t>Понятие сетевой топологии</a:t>
            </a:r>
            <a:endParaRPr b="0" lang="en-US" sz="4000" spc="-1" strike="noStrike">
              <a:solidFill>
                <a:srgbClr val="424456"/>
              </a:solidFill>
              <a:latin typeface="Trebuchet MS"/>
            </a:endParaRPr>
          </a:p>
        </p:txBody>
      </p:sp>
      <p:sp>
        <p:nvSpPr>
          <p:cNvPr id="224" name="TextShape 2"/>
          <p:cNvSpPr txBox="1"/>
          <p:nvPr/>
        </p:nvSpPr>
        <p:spPr>
          <a:xfrm>
            <a:off x="-360" y="1642680"/>
            <a:ext cx="8715240" cy="1785960"/>
          </a:xfrm>
          <a:prstGeom prst="rect">
            <a:avLst/>
          </a:prstGeom>
          <a:noFill/>
          <a:ln w="0">
            <a:noFill/>
          </a:ln>
        </p:spPr>
        <p:txBody>
          <a:bodyPr>
            <a:normAutofit/>
          </a:bodyPr>
          <a:p>
            <a:pPr marL="365040" indent="-255600" algn="ctr">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ru-RU" sz="4400" spc="-1" strike="noStrike">
                <a:solidFill>
                  <a:srgbClr val="000000"/>
                </a:solidFill>
                <a:latin typeface="Times New Roman"/>
                <a:ea typeface="Times New Roman"/>
              </a:rPr>
              <a:t>  </a:t>
            </a:r>
            <a:r>
              <a:rPr b="1" lang="ru-RU" sz="4400" spc="-1" strike="noStrike" u="sng">
                <a:solidFill>
                  <a:srgbClr val="000000"/>
                </a:solidFill>
                <a:uFillTx/>
                <a:latin typeface="Times New Roman"/>
                <a:ea typeface="Times New Roman"/>
              </a:rPr>
              <a:t>топология</a:t>
            </a:r>
            <a:r>
              <a:rPr b="0" lang="ru-RU" sz="2800" spc="-1" strike="noStrike">
                <a:solidFill>
                  <a:srgbClr val="000000"/>
                </a:solidFill>
                <a:latin typeface="Times New Roman"/>
                <a:ea typeface="Times New Roman"/>
              </a:rPr>
              <a:t> –</a:t>
            </a:r>
            <a:r>
              <a:rPr b="1" lang="ru-RU" sz="2800" spc="-1" strike="noStrike">
                <a:solidFill>
                  <a:srgbClr val="000000"/>
                </a:solidFill>
                <a:latin typeface="Times New Roman"/>
                <a:ea typeface="Times New Roman"/>
              </a:rPr>
              <a:t>способ соединения компьютеров  в сети</a:t>
            </a:r>
            <a:endParaRPr b="0" lang="en-US" sz="2800" spc="-1" strike="noStrike">
              <a:solidFill>
                <a:srgbClr val="000000"/>
              </a:solidFill>
              <a:latin typeface="Georgia"/>
            </a:endParaRPr>
          </a:p>
          <a:p>
            <a:pPr marL="365040" indent="-255600" algn="ctr">
              <a:lnSpc>
                <a:spcPct val="100000"/>
              </a:lnSpc>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p:txBody>
      </p:sp>
      <p:pic>
        <p:nvPicPr>
          <p:cNvPr id="225" name="Picture 2" descr=""/>
          <p:cNvPicPr/>
          <p:nvPr/>
        </p:nvPicPr>
        <p:blipFill>
          <a:blip r:embed="rId1"/>
          <a:stretch/>
        </p:blipFill>
        <p:spPr>
          <a:xfrm>
            <a:off x="2571840" y="3286080"/>
            <a:ext cx="4095720" cy="3303720"/>
          </a:xfrm>
          <a:prstGeom prst="rect">
            <a:avLst/>
          </a:prstGeom>
          <a:ln w="0">
            <a:noFill/>
          </a:ln>
        </p:spPr>
      </p:pic>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3" presetSubtype="10">
                                  <p:stCondLst>
                                    <p:cond delay="0"/>
                                  </p:stCondLst>
                                  <p:childTnLst>
                                    <p:set>
                                      <p:cBhvr>
                                        <p:cTn id="6" dur="1" fill="hold">
                                          <p:stCondLst>
                                            <p:cond delay="0"/>
                                          </p:stCondLst>
                                        </p:cTn>
                                        <p:tgtEl>
                                          <p:spTgt spid="223"/>
                                        </p:tgtEl>
                                        <p:attrNameLst>
                                          <p:attrName>style.visibility</p:attrName>
                                        </p:attrNameLst>
                                      </p:cBhvr>
                                      <p:to>
                                        <p:strVal val="visible"/>
                                      </p:to>
                                    </p:set>
                                    <p:animEffect filter="blinds(horizontal)" transition="in">
                                      <p:cBhvr additive="repl">
                                        <p:cTn id="7" dur="500"/>
                                        <p:tgtEl>
                                          <p:spTgt spid="223"/>
                                        </p:tgtEl>
                                      </p:cBhvr>
                                    </p:animEffect>
                                  </p:childTnLst>
                                </p:cTn>
                              </p:par>
                            </p:childTnLst>
                          </p:cTn>
                        </p:par>
                      </p:childTnLst>
                    </p:cTn>
                  </p:par>
                  <p:par>
                    <p:cTn id="8" fill="hold">
                      <p:stCondLst>
                        <p:cond delay="indefinite"/>
                      </p:stCondLst>
                      <p:childTnLst>
                        <p:par>
                          <p:cTn id="9" fill="hold">
                            <p:stCondLst>
                              <p:cond delay="0"/>
                            </p:stCondLst>
                            <p:childTnLst>
                              <p:par>
                                <p:cTn id="10" nodeType="clickEffect" fill="hold" presetClass="entr" presetID="3" presetSubtype="10">
                                  <p:stCondLst>
                                    <p:cond delay="0"/>
                                  </p:stCondLst>
                                  <p:childTnLst>
                                    <p:set>
                                      <p:cBhvr>
                                        <p:cTn id="11" dur="1" fill="hold">
                                          <p:stCondLst>
                                            <p:cond delay="0"/>
                                          </p:stCondLst>
                                        </p:cTn>
                                        <p:tgtEl>
                                          <p:spTgt spid="224">
                                            <p:txEl>
                                              <p:pRg st="0" end="0"/>
                                            </p:txEl>
                                          </p:spTgt>
                                        </p:tgtEl>
                                        <p:attrNameLst>
                                          <p:attrName>style.visibility</p:attrName>
                                        </p:attrNameLst>
                                      </p:cBhvr>
                                      <p:to>
                                        <p:strVal val="visible"/>
                                      </p:to>
                                    </p:set>
                                    <p:animEffect filter="blinds(horizontal)" transition="in">
                                      <p:cBhvr additive="repl">
                                        <p:cTn id="12" dur="500"/>
                                        <p:tgtEl>
                                          <p:spTgt spid="22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nodeType="clickEffect" fill="hold" presetClass="entr" presetID="3" presetSubtype="10">
                                  <p:stCondLst>
                                    <p:cond delay="0"/>
                                  </p:stCondLst>
                                  <p:childTnLst>
                                    <p:set>
                                      <p:cBhvr>
                                        <p:cTn id="16" dur="1" fill="hold">
                                          <p:stCondLst>
                                            <p:cond delay="0"/>
                                          </p:stCondLst>
                                        </p:cTn>
                                        <p:tgtEl>
                                          <p:spTgt spid="225"/>
                                        </p:tgtEl>
                                        <p:attrNameLst>
                                          <p:attrName>style.visibility</p:attrName>
                                        </p:attrNameLst>
                                      </p:cBhvr>
                                      <p:to>
                                        <p:strVal val="visible"/>
                                      </p:to>
                                    </p:set>
                                    <p:animEffect filter="blinds(horizontal)" transition="in">
                                      <p:cBhvr additive="repl">
                                        <p:cTn id="17" dur="500"/>
                                        <p:tgtEl>
                                          <p:spTgt spid="2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TextShape 1"/>
          <p:cNvSpPr txBox="1"/>
          <p:nvPr/>
        </p:nvSpPr>
        <p:spPr>
          <a:xfrm>
            <a:off x="285840" y="999720"/>
            <a:ext cx="8515440" cy="4786200"/>
          </a:xfrm>
          <a:prstGeom prst="rect">
            <a:avLst/>
          </a:prstGeom>
          <a:noFill/>
          <a:ln w="0">
            <a:noFill/>
          </a:ln>
        </p:spPr>
        <p:txBody>
          <a:bodyPr>
            <a:normAutofit/>
          </a:bodyPr>
          <a:p>
            <a:pPr marL="365040" indent="-255600">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ru-RU" sz="2800" spc="-1" strike="noStrike">
                <a:solidFill>
                  <a:srgbClr val="000000"/>
                </a:solidFill>
                <a:latin typeface="Times New Roman"/>
                <a:ea typeface="Times New Roman"/>
              </a:rPr>
              <a:t>Сетевая топология может быть:</a:t>
            </a:r>
            <a:endParaRPr b="0" lang="en-US" sz="2800" spc="-1" strike="noStrike">
              <a:solidFill>
                <a:srgbClr val="000000"/>
              </a:solidFill>
              <a:latin typeface="Georgia"/>
            </a:endParaRPr>
          </a:p>
          <a:p>
            <a:pPr marL="365040" indent="-255600">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a:p>
            <a:pPr marL="365040" indent="-255600">
              <a:lnSpc>
                <a:spcPct val="100000"/>
              </a:lnSpc>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ru-RU" sz="2800" spc="-1" strike="noStrike">
                <a:solidFill>
                  <a:srgbClr val="000000"/>
                </a:solidFill>
                <a:latin typeface="Times New Roman"/>
                <a:ea typeface="Times New Roman"/>
              </a:rPr>
              <a:t>физической</a:t>
            </a:r>
            <a:r>
              <a:rPr b="0" lang="ru-RU" sz="2800" spc="-1" strike="noStrike">
                <a:solidFill>
                  <a:srgbClr val="000000"/>
                </a:solidFill>
                <a:latin typeface="Times New Roman"/>
                <a:ea typeface="Times New Roman"/>
              </a:rPr>
              <a:t> — описывает реальное расположение и связи между компьютерами</a:t>
            </a:r>
            <a:endParaRPr b="0" lang="en-US" sz="2800" spc="-1" strike="noStrike">
              <a:solidFill>
                <a:srgbClr val="000000"/>
              </a:solidFill>
              <a:latin typeface="Georgia"/>
            </a:endParaRPr>
          </a:p>
          <a:p>
            <a:pPr marL="365040" indent="-255600">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a:p>
            <a:pPr marL="365040" indent="-255600">
              <a:lnSpc>
                <a:spcPct val="100000"/>
              </a:lnSpc>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ru-RU" sz="2800" spc="-1" strike="noStrike">
                <a:solidFill>
                  <a:srgbClr val="000000"/>
                </a:solidFill>
                <a:latin typeface="Times New Roman"/>
                <a:ea typeface="Times New Roman"/>
              </a:rPr>
              <a:t>логической</a:t>
            </a:r>
            <a:r>
              <a:rPr b="0" lang="ru-RU" sz="2800" spc="-1" strike="noStrike">
                <a:solidFill>
                  <a:srgbClr val="000000"/>
                </a:solidFill>
                <a:latin typeface="Times New Roman"/>
                <a:ea typeface="Times New Roman"/>
              </a:rPr>
              <a:t> — описывает хождение сигнала в рамках физической топологии</a:t>
            </a:r>
            <a:endParaRPr b="0" lang="en-US" sz="2800" spc="-1" strike="noStrike">
              <a:solidFill>
                <a:srgbClr val="000000"/>
              </a:solidFill>
              <a:latin typeface="Georgia"/>
            </a:endParaRPr>
          </a:p>
          <a:p>
            <a:pPr marL="365040" indent="-255600">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a:p>
            <a:pPr marL="365040" indent="-255600">
              <a:lnSpc>
                <a:spcPct val="100000"/>
              </a:lnSpc>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ru-RU" sz="2800" spc="-1" strike="noStrike">
                <a:solidFill>
                  <a:srgbClr val="000000"/>
                </a:solidFill>
                <a:latin typeface="Times New Roman"/>
                <a:ea typeface="Times New Roman"/>
              </a:rPr>
              <a:t>информационной</a:t>
            </a:r>
            <a:r>
              <a:rPr b="0" lang="ru-RU" sz="2800" spc="-1" strike="noStrike">
                <a:solidFill>
                  <a:srgbClr val="000000"/>
                </a:solidFill>
                <a:latin typeface="Times New Roman"/>
                <a:ea typeface="Times New Roman"/>
              </a:rPr>
              <a:t> — описывает направление потоков информации, передаваемых по сети.</a:t>
            </a:r>
            <a:endParaRPr b="0" lang="en-US" sz="2800" spc="-1" strike="noStrike">
              <a:solidFill>
                <a:srgbClr val="000000"/>
              </a:solidFill>
              <a:latin typeface="Georgia"/>
            </a:endParaRPr>
          </a:p>
        </p:txBody>
      </p:sp>
    </p:spTree>
  </p:cSld>
  <mc:AlternateContent>
    <mc:Choice Requires="p14">
      <p:transition spd="slow" p14:dur="2000"/>
    </mc:Choice>
    <mc:Fallback>
      <p:transition spd="slow"/>
    </mc:Fallback>
  </mc:AlternateContent>
  <p:timing>
    <p:tnLst>
      <p:par>
        <p:cTn id="18" dur="indefinite" restart="never" nodeType="tmRoot">
          <p:childTnLst>
            <p:seq>
              <p:cTn id="19" dur="indefinite" nodeType="mainSeq">
                <p:childTnLst>
                  <p:par>
                    <p:cTn id="20" fill="hold">
                      <p:stCondLst>
                        <p:cond delay="indefinite"/>
                      </p:stCondLst>
                      <p:childTnLst>
                        <p:par>
                          <p:cTn id="21" fill="hold">
                            <p:stCondLst>
                              <p:cond delay="0"/>
                            </p:stCondLst>
                            <p:childTnLst>
                              <p:par>
                                <p:cTn id="22" nodeType="clickEffect" fill="hold" presetClass="entr" presetID="3" presetSubtype="10">
                                  <p:stCondLst>
                                    <p:cond delay="0"/>
                                  </p:stCondLst>
                                  <p:childTnLst>
                                    <p:set>
                                      <p:cBhvr>
                                        <p:cTn id="23" dur="1" fill="hold">
                                          <p:stCondLst>
                                            <p:cond delay="0"/>
                                          </p:stCondLst>
                                        </p:cTn>
                                        <p:tgtEl>
                                          <p:spTgt spid="226">
                                            <p:txEl>
                                              <p:pRg st="0" end="0"/>
                                            </p:txEl>
                                          </p:spTgt>
                                        </p:tgtEl>
                                        <p:attrNameLst>
                                          <p:attrName>style.visibility</p:attrName>
                                        </p:attrNameLst>
                                      </p:cBhvr>
                                      <p:to>
                                        <p:strVal val="visible"/>
                                      </p:to>
                                    </p:set>
                                    <p:animEffect filter="blinds(horizontal)" transition="in">
                                      <p:cBhvr additive="repl">
                                        <p:cTn id="24" dur="500"/>
                                        <p:tgtEl>
                                          <p:spTgt spid="226">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nodeType="clickEffect" fill="hold" presetClass="entr" presetID="3" presetSubtype="10">
                                  <p:stCondLst>
                                    <p:cond delay="0"/>
                                  </p:stCondLst>
                                  <p:childTnLst>
                                    <p:set>
                                      <p:cBhvr>
                                        <p:cTn id="28" dur="1" fill="hold">
                                          <p:stCondLst>
                                            <p:cond delay="0"/>
                                          </p:stCondLst>
                                        </p:cTn>
                                        <p:tgtEl>
                                          <p:spTgt spid="226">
                                            <p:txEl>
                                              <p:pRg st="2" end="2"/>
                                            </p:txEl>
                                          </p:spTgt>
                                        </p:tgtEl>
                                        <p:attrNameLst>
                                          <p:attrName>style.visibility</p:attrName>
                                        </p:attrNameLst>
                                      </p:cBhvr>
                                      <p:to>
                                        <p:strVal val="visible"/>
                                      </p:to>
                                    </p:set>
                                    <p:animEffect filter="blinds(horizontal)" transition="in">
                                      <p:cBhvr additive="repl">
                                        <p:cTn id="29" dur="500"/>
                                        <p:tgtEl>
                                          <p:spTgt spid="226">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nodeType="clickEffect" fill="hold" presetClass="entr" presetID="3" presetSubtype="10">
                                  <p:stCondLst>
                                    <p:cond delay="0"/>
                                  </p:stCondLst>
                                  <p:childTnLst>
                                    <p:set>
                                      <p:cBhvr>
                                        <p:cTn id="33" dur="1" fill="hold">
                                          <p:stCondLst>
                                            <p:cond delay="0"/>
                                          </p:stCondLst>
                                        </p:cTn>
                                        <p:tgtEl>
                                          <p:spTgt spid="226">
                                            <p:txEl>
                                              <p:pRg st="4" end="4"/>
                                            </p:txEl>
                                          </p:spTgt>
                                        </p:tgtEl>
                                        <p:attrNameLst>
                                          <p:attrName>style.visibility</p:attrName>
                                        </p:attrNameLst>
                                      </p:cBhvr>
                                      <p:to>
                                        <p:strVal val="visible"/>
                                      </p:to>
                                    </p:set>
                                    <p:animEffect filter="blinds(horizontal)" transition="in">
                                      <p:cBhvr additive="repl">
                                        <p:cTn id="34" dur="500"/>
                                        <p:tgtEl>
                                          <p:spTgt spid="226">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nodeType="clickEffect" fill="hold" presetClass="entr" presetID="3" presetSubtype="10">
                                  <p:stCondLst>
                                    <p:cond delay="0"/>
                                  </p:stCondLst>
                                  <p:childTnLst>
                                    <p:set>
                                      <p:cBhvr>
                                        <p:cTn id="38" dur="1" fill="hold">
                                          <p:stCondLst>
                                            <p:cond delay="0"/>
                                          </p:stCondLst>
                                        </p:cTn>
                                        <p:tgtEl>
                                          <p:spTgt spid="226">
                                            <p:txEl>
                                              <p:pRg st="6" end="6"/>
                                            </p:txEl>
                                          </p:spTgt>
                                        </p:tgtEl>
                                        <p:attrNameLst>
                                          <p:attrName>style.visibility</p:attrName>
                                        </p:attrNameLst>
                                      </p:cBhvr>
                                      <p:to>
                                        <p:strVal val="visible"/>
                                      </p:to>
                                    </p:set>
                                    <p:animEffect filter="blinds(horizontal)" transition="in">
                                      <p:cBhvr additive="repl">
                                        <p:cTn id="39" dur="500"/>
                                        <p:tgtEl>
                                          <p:spTgt spid="226">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TextShape 1"/>
          <p:cNvSpPr txBox="1"/>
          <p:nvPr/>
        </p:nvSpPr>
        <p:spPr>
          <a:xfrm>
            <a:off x="285840" y="857160"/>
            <a:ext cx="8572320" cy="5716800"/>
          </a:xfrm>
          <a:prstGeom prst="rect">
            <a:avLst/>
          </a:prstGeom>
          <a:noFill/>
          <a:ln w="0">
            <a:noFill/>
          </a:ln>
        </p:spPr>
        <p:txBody>
          <a:bodyPr>
            <a:normAutofit/>
          </a:bodyPr>
          <a:p>
            <a:pPr marL="365040" indent="-255600">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ru-RU" sz="3200" spc="-1" strike="noStrike">
                <a:solidFill>
                  <a:srgbClr val="000000"/>
                </a:solidFill>
                <a:latin typeface="Times New Roman"/>
                <a:ea typeface="Times New Roman"/>
              </a:rPr>
              <a:t>Существует множество способов соединения сетевых устройств (топологий), например:</a:t>
            </a:r>
            <a:endParaRPr b="0" lang="en-US" sz="3200" spc="-1" strike="noStrike">
              <a:solidFill>
                <a:srgbClr val="000000"/>
              </a:solidFill>
              <a:latin typeface="Georgia"/>
            </a:endParaRPr>
          </a:p>
          <a:p>
            <a:pPr marL="365040" indent="-255600">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pc="-1" strike="noStrike">
              <a:solidFill>
                <a:srgbClr val="000000"/>
              </a:solidFill>
              <a:latin typeface="Georgia"/>
            </a:endParaRPr>
          </a:p>
          <a:p>
            <a:pPr marL="365040" indent="-255600">
              <a:lnSpc>
                <a:spcPct val="100000"/>
              </a:lnSpc>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ru-RU" sz="2800" spc="-1" strike="noStrike">
                <a:solidFill>
                  <a:srgbClr val="000000"/>
                </a:solidFill>
                <a:latin typeface="Times New Roman"/>
                <a:ea typeface="Times New Roman"/>
              </a:rPr>
              <a:t>Линия</a:t>
            </a:r>
            <a:endParaRPr b="0" lang="en-US" sz="2800" spc="-1" strike="noStrike">
              <a:solidFill>
                <a:srgbClr val="000000"/>
              </a:solidFill>
              <a:latin typeface="Georgia"/>
            </a:endParaRPr>
          </a:p>
          <a:p>
            <a:pPr marL="365040" indent="-255600">
              <a:lnSpc>
                <a:spcPct val="100000"/>
              </a:lnSpc>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ru-RU" sz="2800" spc="-1" strike="noStrike">
                <a:solidFill>
                  <a:srgbClr val="000000"/>
                </a:solidFill>
                <a:latin typeface="Times New Roman"/>
                <a:ea typeface="Times New Roman"/>
              </a:rPr>
              <a:t>Шина</a:t>
            </a:r>
            <a:endParaRPr b="0" lang="en-US" sz="2800" spc="-1" strike="noStrike">
              <a:solidFill>
                <a:srgbClr val="000000"/>
              </a:solidFill>
              <a:latin typeface="Georgia"/>
            </a:endParaRPr>
          </a:p>
          <a:p>
            <a:pPr marL="365040" indent="-255600">
              <a:lnSpc>
                <a:spcPct val="100000"/>
              </a:lnSpc>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ru-RU" sz="2800" spc="-1" strike="noStrike">
                <a:solidFill>
                  <a:srgbClr val="000000"/>
                </a:solidFill>
                <a:latin typeface="Times New Roman"/>
                <a:ea typeface="Times New Roman"/>
              </a:rPr>
              <a:t>Кольцо</a:t>
            </a:r>
            <a:endParaRPr b="0" lang="en-US" sz="2800" spc="-1" strike="noStrike">
              <a:solidFill>
                <a:srgbClr val="000000"/>
              </a:solidFill>
              <a:latin typeface="Georgia"/>
            </a:endParaRPr>
          </a:p>
          <a:p>
            <a:pPr marL="365040" indent="-255600">
              <a:lnSpc>
                <a:spcPct val="100000"/>
              </a:lnSpc>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ru-RU" sz="2800" spc="-1" strike="noStrike">
                <a:solidFill>
                  <a:srgbClr val="000000"/>
                </a:solidFill>
                <a:latin typeface="Times New Roman"/>
                <a:ea typeface="Times New Roman"/>
              </a:rPr>
              <a:t>Двойное кольцо</a:t>
            </a:r>
            <a:endParaRPr b="0" lang="en-US" sz="2800" spc="-1" strike="noStrike">
              <a:solidFill>
                <a:srgbClr val="000000"/>
              </a:solidFill>
              <a:latin typeface="Georgia"/>
            </a:endParaRPr>
          </a:p>
          <a:p>
            <a:pPr marL="365040" indent="-255600">
              <a:lnSpc>
                <a:spcPct val="100000"/>
              </a:lnSpc>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ru-RU" sz="2800" spc="-1" strike="noStrike">
                <a:solidFill>
                  <a:srgbClr val="000000"/>
                </a:solidFill>
                <a:latin typeface="Times New Roman"/>
                <a:ea typeface="Times New Roman"/>
              </a:rPr>
              <a:t>Звезда</a:t>
            </a:r>
            <a:endParaRPr b="0" lang="en-US" sz="2800" spc="-1" strike="noStrike">
              <a:solidFill>
                <a:srgbClr val="000000"/>
              </a:solidFill>
              <a:latin typeface="Georgia"/>
            </a:endParaRPr>
          </a:p>
          <a:p>
            <a:pPr marL="365040" indent="-255600">
              <a:lnSpc>
                <a:spcPct val="100000"/>
              </a:lnSpc>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ru-RU" sz="2800" spc="-1" strike="noStrike">
                <a:solidFill>
                  <a:srgbClr val="000000"/>
                </a:solidFill>
                <a:latin typeface="Times New Roman"/>
                <a:ea typeface="Times New Roman"/>
              </a:rPr>
              <a:t>Сетчатая (ячеистая )топология</a:t>
            </a:r>
            <a:endParaRPr b="0" lang="en-US" sz="2800" spc="-1" strike="noStrike">
              <a:solidFill>
                <a:srgbClr val="000000"/>
              </a:solidFill>
              <a:latin typeface="Georgia"/>
            </a:endParaRPr>
          </a:p>
          <a:p>
            <a:pPr marL="365040" indent="-255600">
              <a:lnSpc>
                <a:spcPct val="100000"/>
              </a:lnSpc>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ru-RU" sz="2800" spc="-1" strike="noStrike">
                <a:solidFill>
                  <a:srgbClr val="000000"/>
                </a:solidFill>
                <a:latin typeface="Times New Roman"/>
                <a:ea typeface="Times New Roman"/>
              </a:rPr>
              <a:t>Решётка</a:t>
            </a:r>
            <a:endParaRPr b="0" lang="en-US" sz="2800" spc="-1" strike="noStrike">
              <a:solidFill>
                <a:srgbClr val="000000"/>
              </a:solidFill>
              <a:latin typeface="Georgia"/>
            </a:endParaRPr>
          </a:p>
          <a:p>
            <a:pPr marL="365040" indent="-255600">
              <a:lnSpc>
                <a:spcPct val="100000"/>
              </a:lnSpc>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ru-RU" sz="2800" spc="-1" strike="noStrike">
                <a:solidFill>
                  <a:srgbClr val="000000"/>
                </a:solidFill>
                <a:latin typeface="Times New Roman"/>
                <a:ea typeface="Times New Roman"/>
              </a:rPr>
              <a:t>Дерево</a:t>
            </a:r>
            <a:endParaRPr b="0" lang="en-US" sz="2800" spc="-1" strike="noStrike">
              <a:solidFill>
                <a:srgbClr val="000000"/>
              </a:solidFill>
              <a:latin typeface="Georgia"/>
            </a:endParaRPr>
          </a:p>
          <a:p>
            <a:pPr marL="365040" indent="-255600">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a:p>
            <a:pPr marL="365040" indent="-255600">
              <a:lnSpc>
                <a:spcPct val="100000"/>
              </a:lnSpc>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p:txBody>
      </p:sp>
    </p:spTree>
  </p:cSld>
  <mc:AlternateContent>
    <mc:Choice Requires="p14">
      <p:transition spd="slow" p14:dur="2000"/>
    </mc:Choice>
    <mc:Fallback>
      <p:transition spd="slow"/>
    </mc:Fallback>
  </mc:AlternateContent>
  <p:timing>
    <p:tnLst>
      <p:par>
        <p:cTn id="40" dur="indefinite" restart="never" nodeType="tmRoot">
          <p:childTnLst>
            <p:seq>
              <p:cTn id="41" dur="indefinite" nodeType="mainSeq">
                <p:childTnLst>
                  <p:par>
                    <p:cTn id="42" fill="hold">
                      <p:stCondLst>
                        <p:cond delay="indefinite"/>
                      </p:stCondLst>
                      <p:childTnLst>
                        <p:par>
                          <p:cTn id="43" fill="hold">
                            <p:stCondLst>
                              <p:cond delay="0"/>
                            </p:stCondLst>
                            <p:childTnLst>
                              <p:par>
                                <p:cTn id="44" nodeType="clickEffect" fill="hold" presetClass="entr" presetID="3" presetSubtype="10">
                                  <p:stCondLst>
                                    <p:cond delay="0"/>
                                  </p:stCondLst>
                                  <p:childTnLst>
                                    <p:set>
                                      <p:cBhvr>
                                        <p:cTn id="45" dur="1" fill="hold">
                                          <p:stCondLst>
                                            <p:cond delay="0"/>
                                          </p:stCondLst>
                                        </p:cTn>
                                        <p:tgtEl>
                                          <p:spTgt spid="227">
                                            <p:txEl>
                                              <p:pRg st="0" end="0"/>
                                            </p:txEl>
                                          </p:spTgt>
                                        </p:tgtEl>
                                        <p:attrNameLst>
                                          <p:attrName>style.visibility</p:attrName>
                                        </p:attrNameLst>
                                      </p:cBhvr>
                                      <p:to>
                                        <p:strVal val="visible"/>
                                      </p:to>
                                    </p:set>
                                    <p:animEffect filter="blinds(horizontal)" transition="in">
                                      <p:cBhvr additive="repl">
                                        <p:cTn id="46" dur="500"/>
                                        <p:tgtEl>
                                          <p:spTgt spid="227">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nodeType="clickEffect" fill="hold" presetClass="entr" presetID="3" presetSubtype="10">
                                  <p:stCondLst>
                                    <p:cond delay="0"/>
                                  </p:stCondLst>
                                  <p:childTnLst>
                                    <p:set>
                                      <p:cBhvr>
                                        <p:cTn id="50" dur="1" fill="hold">
                                          <p:stCondLst>
                                            <p:cond delay="0"/>
                                          </p:stCondLst>
                                        </p:cTn>
                                        <p:tgtEl>
                                          <p:spTgt spid="227">
                                            <p:txEl>
                                              <p:pRg st="2" end="2"/>
                                            </p:txEl>
                                          </p:spTgt>
                                        </p:tgtEl>
                                        <p:attrNameLst>
                                          <p:attrName>style.visibility</p:attrName>
                                        </p:attrNameLst>
                                      </p:cBhvr>
                                      <p:to>
                                        <p:strVal val="visible"/>
                                      </p:to>
                                    </p:set>
                                    <p:animEffect filter="blinds(horizontal)" transition="in">
                                      <p:cBhvr additive="repl">
                                        <p:cTn id="51" dur="500"/>
                                        <p:tgtEl>
                                          <p:spTgt spid="227">
                                            <p:txEl>
                                              <p:pRg st="2" end="2"/>
                                            </p:txEl>
                                          </p:spTgt>
                                        </p:tgtEl>
                                      </p:cBhvr>
                                    </p:animEffect>
                                  </p:childTnLst>
                                </p:cTn>
                              </p:par>
                            </p:childTnLst>
                          </p:cTn>
                        </p:par>
                      </p:childTnLst>
                    </p:cTn>
                  </p:par>
                  <p:par>
                    <p:cTn id="52" fill="hold">
                      <p:stCondLst>
                        <p:cond delay="indefinite"/>
                      </p:stCondLst>
                      <p:childTnLst>
                        <p:par>
                          <p:cTn id="53" fill="hold">
                            <p:stCondLst>
                              <p:cond delay="0"/>
                            </p:stCondLst>
                            <p:childTnLst>
                              <p:par>
                                <p:cTn id="54" nodeType="clickEffect" fill="hold" presetClass="entr" presetID="3" presetSubtype="10">
                                  <p:stCondLst>
                                    <p:cond delay="0"/>
                                  </p:stCondLst>
                                  <p:childTnLst>
                                    <p:set>
                                      <p:cBhvr>
                                        <p:cTn id="55" dur="1" fill="hold">
                                          <p:stCondLst>
                                            <p:cond delay="0"/>
                                          </p:stCondLst>
                                        </p:cTn>
                                        <p:tgtEl>
                                          <p:spTgt spid="227">
                                            <p:txEl>
                                              <p:pRg st="3" end="3"/>
                                            </p:txEl>
                                          </p:spTgt>
                                        </p:tgtEl>
                                        <p:attrNameLst>
                                          <p:attrName>style.visibility</p:attrName>
                                        </p:attrNameLst>
                                      </p:cBhvr>
                                      <p:to>
                                        <p:strVal val="visible"/>
                                      </p:to>
                                    </p:set>
                                    <p:animEffect filter="blinds(horizontal)" transition="in">
                                      <p:cBhvr additive="repl">
                                        <p:cTn id="56" dur="500"/>
                                        <p:tgtEl>
                                          <p:spTgt spid="227">
                                            <p:txEl>
                                              <p:pRg st="3" end="3"/>
                                            </p:txEl>
                                          </p:spTgt>
                                        </p:tgtEl>
                                      </p:cBhvr>
                                    </p:animEffect>
                                  </p:childTnLst>
                                </p:cTn>
                              </p:par>
                            </p:childTnLst>
                          </p:cTn>
                        </p:par>
                      </p:childTnLst>
                    </p:cTn>
                  </p:par>
                  <p:par>
                    <p:cTn id="57" fill="hold">
                      <p:stCondLst>
                        <p:cond delay="indefinite"/>
                      </p:stCondLst>
                      <p:childTnLst>
                        <p:par>
                          <p:cTn id="58" fill="hold">
                            <p:stCondLst>
                              <p:cond delay="0"/>
                            </p:stCondLst>
                            <p:childTnLst>
                              <p:par>
                                <p:cTn id="59" nodeType="clickEffect" fill="hold" presetClass="entr" presetID="3" presetSubtype="10">
                                  <p:stCondLst>
                                    <p:cond delay="0"/>
                                  </p:stCondLst>
                                  <p:childTnLst>
                                    <p:set>
                                      <p:cBhvr>
                                        <p:cTn id="60" dur="1" fill="hold">
                                          <p:stCondLst>
                                            <p:cond delay="0"/>
                                          </p:stCondLst>
                                        </p:cTn>
                                        <p:tgtEl>
                                          <p:spTgt spid="227">
                                            <p:txEl>
                                              <p:pRg st="4" end="4"/>
                                            </p:txEl>
                                          </p:spTgt>
                                        </p:tgtEl>
                                        <p:attrNameLst>
                                          <p:attrName>style.visibility</p:attrName>
                                        </p:attrNameLst>
                                      </p:cBhvr>
                                      <p:to>
                                        <p:strVal val="visible"/>
                                      </p:to>
                                    </p:set>
                                    <p:animEffect filter="blinds(horizontal)" transition="in">
                                      <p:cBhvr additive="repl">
                                        <p:cTn id="61" dur="500"/>
                                        <p:tgtEl>
                                          <p:spTgt spid="227">
                                            <p:txEl>
                                              <p:pRg st="4" end="4"/>
                                            </p:txEl>
                                          </p:spTgt>
                                        </p:tgtEl>
                                      </p:cBhvr>
                                    </p:animEffect>
                                  </p:childTnLst>
                                </p:cTn>
                              </p:par>
                            </p:childTnLst>
                          </p:cTn>
                        </p:par>
                      </p:childTnLst>
                    </p:cTn>
                  </p:par>
                  <p:par>
                    <p:cTn id="62" fill="hold">
                      <p:stCondLst>
                        <p:cond delay="indefinite"/>
                      </p:stCondLst>
                      <p:childTnLst>
                        <p:par>
                          <p:cTn id="63" fill="hold">
                            <p:stCondLst>
                              <p:cond delay="0"/>
                            </p:stCondLst>
                            <p:childTnLst>
                              <p:par>
                                <p:cTn id="64" nodeType="clickEffect" fill="hold" presetClass="entr" presetID="3" presetSubtype="10">
                                  <p:stCondLst>
                                    <p:cond delay="0"/>
                                  </p:stCondLst>
                                  <p:childTnLst>
                                    <p:set>
                                      <p:cBhvr>
                                        <p:cTn id="65" dur="1" fill="hold">
                                          <p:stCondLst>
                                            <p:cond delay="0"/>
                                          </p:stCondLst>
                                        </p:cTn>
                                        <p:tgtEl>
                                          <p:spTgt spid="227">
                                            <p:txEl>
                                              <p:pRg st="5" end="5"/>
                                            </p:txEl>
                                          </p:spTgt>
                                        </p:tgtEl>
                                        <p:attrNameLst>
                                          <p:attrName>style.visibility</p:attrName>
                                        </p:attrNameLst>
                                      </p:cBhvr>
                                      <p:to>
                                        <p:strVal val="visible"/>
                                      </p:to>
                                    </p:set>
                                    <p:animEffect filter="blinds(horizontal)" transition="in">
                                      <p:cBhvr additive="repl">
                                        <p:cTn id="66" dur="500"/>
                                        <p:tgtEl>
                                          <p:spTgt spid="227">
                                            <p:txEl>
                                              <p:pRg st="5" end="5"/>
                                            </p:txEl>
                                          </p:spTgt>
                                        </p:tgtEl>
                                      </p:cBhvr>
                                    </p:animEffect>
                                  </p:childTnLst>
                                </p:cTn>
                              </p:par>
                            </p:childTnLst>
                          </p:cTn>
                        </p:par>
                      </p:childTnLst>
                    </p:cTn>
                  </p:par>
                  <p:par>
                    <p:cTn id="67" fill="hold">
                      <p:stCondLst>
                        <p:cond delay="indefinite"/>
                      </p:stCondLst>
                      <p:childTnLst>
                        <p:par>
                          <p:cTn id="68" fill="hold">
                            <p:stCondLst>
                              <p:cond delay="0"/>
                            </p:stCondLst>
                            <p:childTnLst>
                              <p:par>
                                <p:cTn id="69" nodeType="clickEffect" fill="hold" presetClass="entr" presetID="3" presetSubtype="10">
                                  <p:stCondLst>
                                    <p:cond delay="0"/>
                                  </p:stCondLst>
                                  <p:childTnLst>
                                    <p:set>
                                      <p:cBhvr>
                                        <p:cTn id="70" dur="1" fill="hold">
                                          <p:stCondLst>
                                            <p:cond delay="0"/>
                                          </p:stCondLst>
                                        </p:cTn>
                                        <p:tgtEl>
                                          <p:spTgt spid="227">
                                            <p:txEl>
                                              <p:pRg st="6" end="6"/>
                                            </p:txEl>
                                          </p:spTgt>
                                        </p:tgtEl>
                                        <p:attrNameLst>
                                          <p:attrName>style.visibility</p:attrName>
                                        </p:attrNameLst>
                                      </p:cBhvr>
                                      <p:to>
                                        <p:strVal val="visible"/>
                                      </p:to>
                                    </p:set>
                                    <p:animEffect filter="blinds(horizontal)" transition="in">
                                      <p:cBhvr additive="repl">
                                        <p:cTn id="71" dur="500"/>
                                        <p:tgtEl>
                                          <p:spTgt spid="227">
                                            <p:txEl>
                                              <p:pRg st="6" end="6"/>
                                            </p:txEl>
                                          </p:spTgt>
                                        </p:tgtEl>
                                      </p:cBhvr>
                                    </p:animEffect>
                                  </p:childTnLst>
                                </p:cTn>
                              </p:par>
                            </p:childTnLst>
                          </p:cTn>
                        </p:par>
                      </p:childTnLst>
                    </p:cTn>
                  </p:par>
                  <p:par>
                    <p:cTn id="72" fill="hold">
                      <p:stCondLst>
                        <p:cond delay="indefinite"/>
                      </p:stCondLst>
                      <p:childTnLst>
                        <p:par>
                          <p:cTn id="73" fill="hold">
                            <p:stCondLst>
                              <p:cond delay="0"/>
                            </p:stCondLst>
                            <p:childTnLst>
                              <p:par>
                                <p:cTn id="74" nodeType="clickEffect" fill="hold" presetClass="entr" presetID="3" presetSubtype="10">
                                  <p:stCondLst>
                                    <p:cond delay="0"/>
                                  </p:stCondLst>
                                  <p:childTnLst>
                                    <p:set>
                                      <p:cBhvr>
                                        <p:cTn id="75" dur="1" fill="hold">
                                          <p:stCondLst>
                                            <p:cond delay="0"/>
                                          </p:stCondLst>
                                        </p:cTn>
                                        <p:tgtEl>
                                          <p:spTgt spid="227">
                                            <p:txEl>
                                              <p:pRg st="7" end="7"/>
                                            </p:txEl>
                                          </p:spTgt>
                                        </p:tgtEl>
                                        <p:attrNameLst>
                                          <p:attrName>style.visibility</p:attrName>
                                        </p:attrNameLst>
                                      </p:cBhvr>
                                      <p:to>
                                        <p:strVal val="visible"/>
                                      </p:to>
                                    </p:set>
                                    <p:animEffect filter="blinds(horizontal)" transition="in">
                                      <p:cBhvr additive="repl">
                                        <p:cTn id="76" dur="500"/>
                                        <p:tgtEl>
                                          <p:spTgt spid="227">
                                            <p:txEl>
                                              <p:pRg st="7" end="7"/>
                                            </p:txEl>
                                          </p:spTgt>
                                        </p:tgtEl>
                                      </p:cBhvr>
                                    </p:animEffect>
                                  </p:childTnLst>
                                </p:cTn>
                              </p:par>
                            </p:childTnLst>
                          </p:cTn>
                        </p:par>
                      </p:childTnLst>
                    </p:cTn>
                  </p:par>
                  <p:par>
                    <p:cTn id="77" fill="hold">
                      <p:stCondLst>
                        <p:cond delay="indefinite"/>
                      </p:stCondLst>
                      <p:childTnLst>
                        <p:par>
                          <p:cTn id="78" fill="hold">
                            <p:stCondLst>
                              <p:cond delay="0"/>
                            </p:stCondLst>
                            <p:childTnLst>
                              <p:par>
                                <p:cTn id="79" nodeType="clickEffect" fill="hold" presetClass="entr" presetID="3" presetSubtype="10">
                                  <p:stCondLst>
                                    <p:cond delay="0"/>
                                  </p:stCondLst>
                                  <p:childTnLst>
                                    <p:set>
                                      <p:cBhvr>
                                        <p:cTn id="80" dur="1" fill="hold">
                                          <p:stCondLst>
                                            <p:cond delay="0"/>
                                          </p:stCondLst>
                                        </p:cTn>
                                        <p:tgtEl>
                                          <p:spTgt spid="227">
                                            <p:txEl>
                                              <p:pRg st="8" end="8"/>
                                            </p:txEl>
                                          </p:spTgt>
                                        </p:tgtEl>
                                        <p:attrNameLst>
                                          <p:attrName>style.visibility</p:attrName>
                                        </p:attrNameLst>
                                      </p:cBhvr>
                                      <p:to>
                                        <p:strVal val="visible"/>
                                      </p:to>
                                    </p:set>
                                    <p:animEffect filter="blinds(horizontal)" transition="in">
                                      <p:cBhvr additive="repl">
                                        <p:cTn id="81" dur="500"/>
                                        <p:tgtEl>
                                          <p:spTgt spid="227">
                                            <p:txEl>
                                              <p:pRg st="8" end="8"/>
                                            </p:txEl>
                                          </p:spTgt>
                                        </p:tgtEl>
                                      </p:cBhvr>
                                    </p:animEffect>
                                  </p:childTnLst>
                                </p:cTn>
                              </p:par>
                            </p:childTnLst>
                          </p:cTn>
                        </p:par>
                      </p:childTnLst>
                    </p:cTn>
                  </p:par>
                  <p:par>
                    <p:cTn id="82" fill="hold">
                      <p:stCondLst>
                        <p:cond delay="indefinite"/>
                      </p:stCondLst>
                      <p:childTnLst>
                        <p:par>
                          <p:cTn id="83" fill="hold">
                            <p:stCondLst>
                              <p:cond delay="0"/>
                            </p:stCondLst>
                            <p:childTnLst>
                              <p:par>
                                <p:cTn id="84" nodeType="clickEffect" fill="hold" presetClass="entr" presetID="3" presetSubtype="10">
                                  <p:stCondLst>
                                    <p:cond delay="0"/>
                                  </p:stCondLst>
                                  <p:childTnLst>
                                    <p:set>
                                      <p:cBhvr>
                                        <p:cTn id="85" dur="1" fill="hold">
                                          <p:stCondLst>
                                            <p:cond delay="0"/>
                                          </p:stCondLst>
                                        </p:cTn>
                                        <p:tgtEl>
                                          <p:spTgt spid="227">
                                            <p:txEl>
                                              <p:pRg st="9" end="9"/>
                                            </p:txEl>
                                          </p:spTgt>
                                        </p:tgtEl>
                                        <p:attrNameLst>
                                          <p:attrName>style.visibility</p:attrName>
                                        </p:attrNameLst>
                                      </p:cBhvr>
                                      <p:to>
                                        <p:strVal val="visible"/>
                                      </p:to>
                                    </p:set>
                                    <p:animEffect filter="blinds(horizontal)" transition="in">
                                      <p:cBhvr additive="repl">
                                        <p:cTn id="86" dur="500"/>
                                        <p:tgtEl>
                                          <p:spTgt spid="227">
                                            <p:txEl>
                                              <p:pRg st="9" end="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TextShape 1"/>
          <p:cNvSpPr txBox="1"/>
          <p:nvPr/>
        </p:nvSpPr>
        <p:spPr>
          <a:xfrm>
            <a:off x="457200" y="857160"/>
            <a:ext cx="8229600" cy="5716800"/>
          </a:xfrm>
          <a:prstGeom prst="rect">
            <a:avLst/>
          </a:prstGeom>
          <a:noFill/>
          <a:ln w="0">
            <a:noFill/>
          </a:ln>
        </p:spPr>
        <p:txBody>
          <a:bodyPr>
            <a:normAutofit/>
          </a:bodyPr>
          <a:p>
            <a:pPr marL="365040" indent="-255600" algn="ctr">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ru-RU" sz="3600" spc="-1" strike="noStrike">
                <a:solidFill>
                  <a:srgbClr val="000000"/>
                </a:solidFill>
                <a:latin typeface="Times New Roman"/>
                <a:ea typeface="Times New Roman"/>
              </a:rPr>
              <a:t>Базовые сетевые топологии:</a:t>
            </a:r>
            <a:endParaRPr b="0" lang="en-US" sz="3600" spc="-1" strike="noStrike">
              <a:solidFill>
                <a:srgbClr val="000000"/>
              </a:solidFill>
              <a:latin typeface="Georgia"/>
            </a:endParaRPr>
          </a:p>
          <a:p>
            <a:pPr marL="365040" indent="-255600" algn="ctr">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600" spc="-1" strike="noStrike">
              <a:solidFill>
                <a:srgbClr val="000000"/>
              </a:solidFill>
              <a:latin typeface="Georgia"/>
            </a:endParaRPr>
          </a:p>
          <a:p>
            <a:pPr marL="365040" indent="-255600">
              <a:lnSpc>
                <a:spcPct val="100000"/>
              </a:lnSpc>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ru-RU" sz="3600" spc="-1" strike="noStrike">
                <a:solidFill>
                  <a:srgbClr val="000000"/>
                </a:solidFill>
                <a:latin typeface="Times New Roman"/>
                <a:ea typeface="Times New Roman"/>
              </a:rPr>
              <a:t>ШИНА</a:t>
            </a:r>
            <a:endParaRPr b="0" lang="en-US" sz="3600" spc="-1" strike="noStrike">
              <a:solidFill>
                <a:srgbClr val="000000"/>
              </a:solidFill>
              <a:latin typeface="Georgia"/>
            </a:endParaRPr>
          </a:p>
          <a:p>
            <a:pPr marL="365040" indent="-255600">
              <a:lnSpc>
                <a:spcPct val="100000"/>
              </a:lnSpc>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ru-RU" sz="3600" spc="-1" strike="noStrike">
                <a:solidFill>
                  <a:srgbClr val="000000"/>
                </a:solidFill>
                <a:latin typeface="Times New Roman"/>
                <a:ea typeface="Times New Roman"/>
              </a:rPr>
              <a:t>КОЛЬЦО</a:t>
            </a:r>
            <a:endParaRPr b="0" lang="en-US" sz="3600" spc="-1" strike="noStrike">
              <a:solidFill>
                <a:srgbClr val="000000"/>
              </a:solidFill>
              <a:latin typeface="Georgia"/>
            </a:endParaRPr>
          </a:p>
          <a:p>
            <a:pPr marL="365040" indent="-255600">
              <a:lnSpc>
                <a:spcPct val="100000"/>
              </a:lnSpc>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ru-RU" sz="3600" spc="-1" strike="noStrike">
                <a:solidFill>
                  <a:srgbClr val="000000"/>
                </a:solidFill>
                <a:latin typeface="Times New Roman"/>
                <a:ea typeface="Times New Roman"/>
              </a:rPr>
              <a:t>ЗВЕЗДА</a:t>
            </a:r>
            <a:endParaRPr b="0" lang="en-US" sz="3600" spc="-1" strike="noStrike">
              <a:solidFill>
                <a:srgbClr val="000000"/>
              </a:solidFill>
              <a:latin typeface="Georgia"/>
            </a:endParaRPr>
          </a:p>
          <a:p>
            <a:pPr marL="365040" indent="-255600" algn="ctr">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600" spc="-1" strike="noStrike">
              <a:solidFill>
                <a:srgbClr val="000000"/>
              </a:solidFill>
              <a:latin typeface="Georgia"/>
            </a:endParaRPr>
          </a:p>
          <a:p>
            <a:pPr marL="365040" indent="-255600" algn="ctr">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3200" spc="-1" strike="noStrike">
                <a:solidFill>
                  <a:srgbClr val="000000"/>
                </a:solidFill>
                <a:latin typeface="Times New Roman"/>
                <a:ea typeface="Times New Roman"/>
              </a:rPr>
              <a:t>На основе базовых топологий строится большинство компьютерных сетей </a:t>
            </a:r>
            <a:endParaRPr b="0" lang="en-US" sz="3200" spc="-1" strike="noStrike">
              <a:solidFill>
                <a:srgbClr val="000000"/>
              </a:solidFill>
              <a:latin typeface="Georgia"/>
            </a:endParaRPr>
          </a:p>
        </p:txBody>
      </p:sp>
    </p:spTree>
  </p:cSld>
  <mc:AlternateContent>
    <mc:Choice Requires="p14">
      <p:transition spd="slow" p14:dur="2000"/>
    </mc:Choice>
    <mc:Fallback>
      <p:transition spd="slow"/>
    </mc:Fallback>
  </mc:AlternateContent>
  <p:timing>
    <p:tnLst>
      <p:par>
        <p:cTn id="87" dur="indefinite" restart="never" nodeType="tmRoot">
          <p:childTnLst>
            <p:seq>
              <p:cTn id="88" dur="indefinite" nodeType="mainSeq">
                <p:childTnLst>
                  <p:par>
                    <p:cTn id="89" fill="hold">
                      <p:stCondLst>
                        <p:cond delay="indefinite"/>
                      </p:stCondLst>
                      <p:childTnLst>
                        <p:par>
                          <p:cTn id="90" fill="hold">
                            <p:stCondLst>
                              <p:cond delay="0"/>
                            </p:stCondLst>
                            <p:childTnLst>
                              <p:par>
                                <p:cTn id="91" nodeType="clickEffect" fill="hold" presetClass="entr" presetID="3" presetSubtype="10">
                                  <p:stCondLst>
                                    <p:cond delay="0"/>
                                  </p:stCondLst>
                                  <p:childTnLst>
                                    <p:set>
                                      <p:cBhvr>
                                        <p:cTn id="92" dur="1" fill="hold">
                                          <p:stCondLst>
                                            <p:cond delay="0"/>
                                          </p:stCondLst>
                                        </p:cTn>
                                        <p:tgtEl>
                                          <p:spTgt spid="228">
                                            <p:txEl>
                                              <p:pRg st="0" end="0"/>
                                            </p:txEl>
                                          </p:spTgt>
                                        </p:tgtEl>
                                        <p:attrNameLst>
                                          <p:attrName>style.visibility</p:attrName>
                                        </p:attrNameLst>
                                      </p:cBhvr>
                                      <p:to>
                                        <p:strVal val="visible"/>
                                      </p:to>
                                    </p:set>
                                    <p:animEffect filter="blinds(horizontal)" transition="in">
                                      <p:cBhvr additive="repl">
                                        <p:cTn id="93" dur="500"/>
                                        <p:tgtEl>
                                          <p:spTgt spid="228">
                                            <p:txEl>
                                              <p:pRg st="0" end="0"/>
                                            </p:txEl>
                                          </p:spTgt>
                                        </p:tgtEl>
                                      </p:cBhvr>
                                    </p:animEffect>
                                  </p:childTnLst>
                                </p:cTn>
                              </p:par>
                            </p:childTnLst>
                          </p:cTn>
                        </p:par>
                      </p:childTnLst>
                    </p:cTn>
                  </p:par>
                  <p:par>
                    <p:cTn id="94" fill="hold">
                      <p:stCondLst>
                        <p:cond delay="indefinite"/>
                      </p:stCondLst>
                      <p:childTnLst>
                        <p:par>
                          <p:cTn id="95" fill="hold">
                            <p:stCondLst>
                              <p:cond delay="0"/>
                            </p:stCondLst>
                            <p:childTnLst>
                              <p:par>
                                <p:cTn id="96" nodeType="clickEffect" fill="hold" presetClass="entr" presetID="3" presetSubtype="10">
                                  <p:stCondLst>
                                    <p:cond delay="0"/>
                                  </p:stCondLst>
                                  <p:childTnLst>
                                    <p:set>
                                      <p:cBhvr>
                                        <p:cTn id="97" dur="1" fill="hold">
                                          <p:stCondLst>
                                            <p:cond delay="0"/>
                                          </p:stCondLst>
                                        </p:cTn>
                                        <p:tgtEl>
                                          <p:spTgt spid="228">
                                            <p:txEl>
                                              <p:pRg st="2" end="2"/>
                                            </p:txEl>
                                          </p:spTgt>
                                        </p:tgtEl>
                                        <p:attrNameLst>
                                          <p:attrName>style.visibility</p:attrName>
                                        </p:attrNameLst>
                                      </p:cBhvr>
                                      <p:to>
                                        <p:strVal val="visible"/>
                                      </p:to>
                                    </p:set>
                                    <p:animEffect filter="blinds(horizontal)" transition="in">
                                      <p:cBhvr additive="repl">
                                        <p:cTn id="98" dur="500"/>
                                        <p:tgtEl>
                                          <p:spTgt spid="228">
                                            <p:txEl>
                                              <p:pRg st="2" end="2"/>
                                            </p:txEl>
                                          </p:spTgt>
                                        </p:tgtEl>
                                      </p:cBhvr>
                                    </p:animEffect>
                                  </p:childTnLst>
                                </p:cTn>
                              </p:par>
                            </p:childTnLst>
                          </p:cTn>
                        </p:par>
                      </p:childTnLst>
                    </p:cTn>
                  </p:par>
                  <p:par>
                    <p:cTn id="99" fill="hold">
                      <p:stCondLst>
                        <p:cond delay="indefinite"/>
                      </p:stCondLst>
                      <p:childTnLst>
                        <p:par>
                          <p:cTn id="100" fill="hold">
                            <p:stCondLst>
                              <p:cond delay="0"/>
                            </p:stCondLst>
                            <p:childTnLst>
                              <p:par>
                                <p:cTn id="101" nodeType="clickEffect" fill="hold" presetClass="entr" presetID="3" presetSubtype="10">
                                  <p:stCondLst>
                                    <p:cond delay="0"/>
                                  </p:stCondLst>
                                  <p:childTnLst>
                                    <p:set>
                                      <p:cBhvr>
                                        <p:cTn id="102" dur="1" fill="hold">
                                          <p:stCondLst>
                                            <p:cond delay="0"/>
                                          </p:stCondLst>
                                        </p:cTn>
                                        <p:tgtEl>
                                          <p:spTgt spid="228">
                                            <p:txEl>
                                              <p:pRg st="3" end="3"/>
                                            </p:txEl>
                                          </p:spTgt>
                                        </p:tgtEl>
                                        <p:attrNameLst>
                                          <p:attrName>style.visibility</p:attrName>
                                        </p:attrNameLst>
                                      </p:cBhvr>
                                      <p:to>
                                        <p:strVal val="visible"/>
                                      </p:to>
                                    </p:set>
                                    <p:animEffect filter="blinds(horizontal)" transition="in">
                                      <p:cBhvr additive="repl">
                                        <p:cTn id="103" dur="500"/>
                                        <p:tgtEl>
                                          <p:spTgt spid="228">
                                            <p:txEl>
                                              <p:pRg st="3" end="3"/>
                                            </p:txEl>
                                          </p:spTgt>
                                        </p:tgtEl>
                                      </p:cBhvr>
                                    </p:animEffect>
                                  </p:childTnLst>
                                </p:cTn>
                              </p:par>
                            </p:childTnLst>
                          </p:cTn>
                        </p:par>
                      </p:childTnLst>
                    </p:cTn>
                  </p:par>
                  <p:par>
                    <p:cTn id="104" fill="hold">
                      <p:stCondLst>
                        <p:cond delay="indefinite"/>
                      </p:stCondLst>
                      <p:childTnLst>
                        <p:par>
                          <p:cTn id="105" fill="hold">
                            <p:stCondLst>
                              <p:cond delay="0"/>
                            </p:stCondLst>
                            <p:childTnLst>
                              <p:par>
                                <p:cTn id="106" nodeType="clickEffect" fill="hold" presetClass="entr" presetID="3" presetSubtype="10">
                                  <p:stCondLst>
                                    <p:cond delay="0"/>
                                  </p:stCondLst>
                                  <p:childTnLst>
                                    <p:set>
                                      <p:cBhvr>
                                        <p:cTn id="107" dur="1" fill="hold">
                                          <p:stCondLst>
                                            <p:cond delay="0"/>
                                          </p:stCondLst>
                                        </p:cTn>
                                        <p:tgtEl>
                                          <p:spTgt spid="228">
                                            <p:txEl>
                                              <p:pRg st="4" end="4"/>
                                            </p:txEl>
                                          </p:spTgt>
                                        </p:tgtEl>
                                        <p:attrNameLst>
                                          <p:attrName>style.visibility</p:attrName>
                                        </p:attrNameLst>
                                      </p:cBhvr>
                                      <p:to>
                                        <p:strVal val="visible"/>
                                      </p:to>
                                    </p:set>
                                    <p:animEffect filter="blinds(horizontal)" transition="in">
                                      <p:cBhvr additive="repl">
                                        <p:cTn id="108" dur="500"/>
                                        <p:tgtEl>
                                          <p:spTgt spid="228">
                                            <p:txEl>
                                              <p:pRg st="4" end="4"/>
                                            </p:txEl>
                                          </p:spTgt>
                                        </p:tgtEl>
                                      </p:cBhvr>
                                    </p:animEffect>
                                  </p:childTnLst>
                                </p:cTn>
                              </p:par>
                            </p:childTnLst>
                          </p:cTn>
                        </p:par>
                      </p:childTnLst>
                    </p:cTn>
                  </p:par>
                  <p:par>
                    <p:cTn id="109" fill="hold">
                      <p:stCondLst>
                        <p:cond delay="indefinite"/>
                      </p:stCondLst>
                      <p:childTnLst>
                        <p:par>
                          <p:cTn id="110" fill="hold">
                            <p:stCondLst>
                              <p:cond delay="0"/>
                            </p:stCondLst>
                            <p:childTnLst>
                              <p:par>
                                <p:cTn id="111" nodeType="clickEffect" fill="hold" presetClass="entr" presetID="3" presetSubtype="10">
                                  <p:stCondLst>
                                    <p:cond delay="0"/>
                                  </p:stCondLst>
                                  <p:childTnLst>
                                    <p:set>
                                      <p:cBhvr>
                                        <p:cTn id="112" dur="1" fill="hold">
                                          <p:stCondLst>
                                            <p:cond delay="0"/>
                                          </p:stCondLst>
                                        </p:cTn>
                                        <p:tgtEl>
                                          <p:spTgt spid="228">
                                            <p:txEl>
                                              <p:pRg st="6" end="6"/>
                                            </p:txEl>
                                          </p:spTgt>
                                        </p:tgtEl>
                                        <p:attrNameLst>
                                          <p:attrName>style.visibility</p:attrName>
                                        </p:attrNameLst>
                                      </p:cBhvr>
                                      <p:to>
                                        <p:strVal val="visible"/>
                                      </p:to>
                                    </p:set>
                                    <p:animEffect filter="blinds(horizontal)" transition="in">
                                      <p:cBhvr additive="repl">
                                        <p:cTn id="113" dur="500"/>
                                        <p:tgtEl>
                                          <p:spTgt spid="228">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TextShape 1"/>
          <p:cNvSpPr txBox="1"/>
          <p:nvPr/>
        </p:nvSpPr>
        <p:spPr>
          <a:xfrm>
            <a:off x="214200" y="857160"/>
            <a:ext cx="8715600" cy="2857680"/>
          </a:xfrm>
          <a:prstGeom prst="rect">
            <a:avLst/>
          </a:prstGeom>
          <a:noFill/>
          <a:ln w="0">
            <a:noFill/>
          </a:ln>
        </p:spPr>
        <p:txBody>
          <a:bodyPr>
            <a:normAutofit/>
          </a:bodyPr>
          <a:p>
            <a:pPr marL="365040" indent="-255600">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ru-RU" sz="2800" spc="-1" strike="noStrike">
                <a:solidFill>
                  <a:srgbClr val="000000"/>
                </a:solidFill>
                <a:latin typeface="Times New Roman"/>
                <a:ea typeface="Times New Roman"/>
              </a:rPr>
              <a:t>  </a:t>
            </a:r>
            <a:r>
              <a:rPr b="1" lang="ru-RU" sz="2800" spc="-1" strike="noStrike">
                <a:solidFill>
                  <a:srgbClr val="000000"/>
                </a:solidFill>
                <a:latin typeface="Times New Roman"/>
                <a:ea typeface="Times New Roman"/>
              </a:rPr>
              <a:t>Топология типа шина</a:t>
            </a:r>
            <a:r>
              <a:rPr b="0" lang="ru-RU" sz="2800" spc="-1" strike="noStrike">
                <a:solidFill>
                  <a:srgbClr val="000000"/>
                </a:solidFill>
                <a:latin typeface="Times New Roman"/>
                <a:ea typeface="Times New Roman"/>
              </a:rPr>
              <a:t>, представляет собой общий кабель (называемый шина), к которому подсоединены все рабочие станции. На концах кабеля находятся терминаторы, для предотвращения отражения сигнала.</a:t>
            </a:r>
            <a:endParaRPr b="0" lang="en-US" sz="2800" spc="-1" strike="noStrike">
              <a:solidFill>
                <a:srgbClr val="000000"/>
              </a:solidFill>
              <a:latin typeface="Georgia"/>
            </a:endParaRPr>
          </a:p>
          <a:p>
            <a:pPr marL="365040" indent="-255600">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p:txBody>
      </p:sp>
      <p:pic>
        <p:nvPicPr>
          <p:cNvPr id="230" name="Рисунок 3" descr=""/>
          <p:cNvPicPr/>
          <p:nvPr/>
        </p:nvPicPr>
        <p:blipFill>
          <a:blip r:embed="rId1"/>
          <a:stretch/>
        </p:blipFill>
        <p:spPr>
          <a:xfrm>
            <a:off x="928800" y="3643200"/>
            <a:ext cx="7215120" cy="2786040"/>
          </a:xfrm>
          <a:prstGeom prst="rect">
            <a:avLst/>
          </a:prstGeom>
          <a:ln w="0">
            <a:noFill/>
          </a:ln>
        </p:spPr>
      </p:pic>
    </p:spTree>
  </p:cSld>
  <mc:AlternateContent>
    <mc:Choice Requires="p14">
      <p:transition spd="slow" p14:dur="2000"/>
    </mc:Choice>
    <mc:Fallback>
      <p:transition spd="slow"/>
    </mc:Fallback>
  </mc:AlternateContent>
  <p:timing>
    <p:tnLst>
      <p:par>
        <p:cTn id="114" dur="indefinite" restart="never" nodeType="tmRoot">
          <p:childTnLst>
            <p:seq>
              <p:cTn id="115" dur="indefinite" nodeType="mainSeq">
                <p:childTnLst>
                  <p:par>
                    <p:cTn id="116" fill="hold">
                      <p:stCondLst>
                        <p:cond delay="indefinite"/>
                      </p:stCondLst>
                      <p:childTnLst>
                        <p:par>
                          <p:cTn id="117" fill="hold">
                            <p:stCondLst>
                              <p:cond delay="0"/>
                            </p:stCondLst>
                            <p:childTnLst>
                              <p:par>
                                <p:cTn id="118" nodeType="clickEffect" fill="hold" presetClass="entr" presetID="3" presetSubtype="10">
                                  <p:stCondLst>
                                    <p:cond delay="0"/>
                                  </p:stCondLst>
                                  <p:childTnLst>
                                    <p:set>
                                      <p:cBhvr>
                                        <p:cTn id="119" dur="1" fill="hold">
                                          <p:stCondLst>
                                            <p:cond delay="0"/>
                                          </p:stCondLst>
                                        </p:cTn>
                                        <p:tgtEl>
                                          <p:spTgt spid="229">
                                            <p:txEl>
                                              <p:pRg st="0" end="0"/>
                                            </p:txEl>
                                          </p:spTgt>
                                        </p:tgtEl>
                                        <p:attrNameLst>
                                          <p:attrName>style.visibility</p:attrName>
                                        </p:attrNameLst>
                                      </p:cBhvr>
                                      <p:to>
                                        <p:strVal val="visible"/>
                                      </p:to>
                                    </p:set>
                                    <p:animEffect filter="blinds(horizontal)" transition="in">
                                      <p:cBhvr additive="repl">
                                        <p:cTn id="120" dur="500"/>
                                        <p:tgtEl>
                                          <p:spTgt spid="229">
                                            <p:txEl>
                                              <p:pRg st="0" end="0"/>
                                            </p:txEl>
                                          </p:spTgt>
                                        </p:tgtEl>
                                      </p:cBhvr>
                                    </p:animEffect>
                                  </p:childTnLst>
                                </p:cTn>
                              </p:par>
                              <p:par>
                                <p:cTn id="121" nodeType="withEffect" fill="hold" presetClass="entr" presetID="3" presetSubtype="10">
                                  <p:stCondLst>
                                    <p:cond delay="0"/>
                                  </p:stCondLst>
                                  <p:childTnLst>
                                    <p:set>
                                      <p:cBhvr>
                                        <p:cTn id="122" dur="1" fill="hold">
                                          <p:stCondLst>
                                            <p:cond delay="0"/>
                                          </p:stCondLst>
                                        </p:cTn>
                                        <p:tgtEl>
                                          <p:spTgt spid="230"/>
                                        </p:tgtEl>
                                        <p:attrNameLst>
                                          <p:attrName>style.visibility</p:attrName>
                                        </p:attrNameLst>
                                      </p:cBhvr>
                                      <p:to>
                                        <p:strVal val="visible"/>
                                      </p:to>
                                    </p:set>
                                    <p:animEffect filter="blinds(horizontal)" transition="in">
                                      <p:cBhvr additive="repl">
                                        <p:cTn id="123" dur="500"/>
                                        <p:tgtEl>
                                          <p:spTgt spid="2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TextShape 1"/>
          <p:cNvSpPr txBox="1"/>
          <p:nvPr/>
        </p:nvSpPr>
        <p:spPr>
          <a:xfrm>
            <a:off x="500040" y="785520"/>
            <a:ext cx="8229600" cy="1066680"/>
          </a:xfrm>
          <a:prstGeom prst="rect">
            <a:avLst/>
          </a:prstGeom>
          <a:noFill/>
          <a:ln w="0">
            <a:noFill/>
          </a:ln>
        </p:spPr>
        <p:txBody>
          <a:bodyPr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3600" spc="-1" strike="noStrike">
                <a:solidFill>
                  <a:srgbClr val="424456"/>
                </a:solidFill>
                <a:latin typeface="Times New Roman"/>
                <a:ea typeface="Times New Roman"/>
              </a:rPr>
              <a:t>Преимущества и недостатки сетей с топологией «шина»</a:t>
            </a:r>
            <a:endParaRPr b="0" lang="en-US" sz="3600" spc="-1" strike="noStrike">
              <a:solidFill>
                <a:srgbClr val="424456"/>
              </a:solidFill>
              <a:latin typeface="Trebuchet MS"/>
            </a:endParaRPr>
          </a:p>
        </p:txBody>
      </p:sp>
      <p:graphicFrame>
        <p:nvGraphicFramePr>
          <p:cNvPr id="232" name="Table 2"/>
          <p:cNvGraphicFramePr/>
          <p:nvPr/>
        </p:nvGraphicFramePr>
        <p:xfrm>
          <a:off x="357120" y="3071880"/>
          <a:ext cx="8372520" cy="3360600"/>
        </p:xfrm>
        <a:graphic>
          <a:graphicData uri="http://schemas.openxmlformats.org/drawingml/2006/table">
            <a:tbl>
              <a:tblPr/>
              <a:tblGrid>
                <a:gridCol w="4186440"/>
                <a:gridCol w="4186080"/>
              </a:tblGrid>
              <a:tr h="441360">
                <a:tc>
                  <a:txBody>
                    <a:bodyPr lIns="90000" rIns="90000" tIns="46800" bIns="468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ru-RU" sz="1800" spc="-1" strike="noStrike">
                          <a:solidFill>
                            <a:srgbClr val="ffffff"/>
                          </a:solidFill>
                          <a:latin typeface="Georgia"/>
                        </a:rPr>
                        <a:t>Преимущества</a:t>
                      </a:r>
                      <a:endParaRPr b="0" lang="en-US" sz="1800" spc="-1" strike="noStrike">
                        <a:solidFill>
                          <a:srgbClr val="000000"/>
                        </a:solidFill>
                        <a:latin typeface="Arial"/>
                      </a:endParaRPr>
                    </a:p>
                  </a:txBody>
                  <a:tcPr marL="90000" marR="90000">
                    <a:lnL w="5760">
                      <a:solidFill>
                        <a:srgbClr val="ffffff"/>
                      </a:solidFill>
                    </a:lnL>
                    <a:lnR w="5760">
                      <a:solidFill>
                        <a:srgbClr val="ffffff"/>
                      </a:solidFill>
                    </a:lnR>
                    <a:lnT w="5760">
                      <a:solidFill>
                        <a:srgbClr val="ffffff"/>
                      </a:solidFill>
                    </a:lnT>
                    <a:lnB w="18720">
                      <a:solidFill>
                        <a:srgbClr val="ffffff"/>
                      </a:solidFill>
                    </a:lnB>
                    <a:solidFill>
                      <a:srgbClr val="53548a"/>
                    </a:solidFill>
                  </a:tcPr>
                </a:tc>
                <a:tc>
                  <a:txBody>
                    <a:bodyPr lIns="90000" rIns="90000" tIns="46800" bIns="468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ru-RU" sz="1800" spc="-1" strike="noStrike">
                          <a:solidFill>
                            <a:srgbClr val="ffffff"/>
                          </a:solidFill>
                          <a:latin typeface="Georgia"/>
                        </a:rPr>
                        <a:t>Недостатки</a:t>
                      </a:r>
                      <a:endParaRPr b="0" lang="en-US" sz="1800" spc="-1" strike="noStrike">
                        <a:solidFill>
                          <a:srgbClr val="000000"/>
                        </a:solidFill>
                        <a:latin typeface="Arial"/>
                      </a:endParaRPr>
                    </a:p>
                  </a:txBody>
                  <a:tcPr marL="90000" marR="90000">
                    <a:lnL w="5760">
                      <a:solidFill>
                        <a:srgbClr val="ffffff"/>
                      </a:solidFill>
                    </a:lnL>
                    <a:lnR w="5760">
                      <a:solidFill>
                        <a:srgbClr val="ffffff"/>
                      </a:solidFill>
                    </a:lnR>
                    <a:lnT w="5760">
                      <a:solidFill>
                        <a:srgbClr val="ffffff"/>
                      </a:solidFill>
                    </a:lnT>
                    <a:lnB w="18720">
                      <a:solidFill>
                        <a:srgbClr val="ffffff"/>
                      </a:solidFill>
                    </a:lnB>
                    <a:solidFill>
                      <a:srgbClr val="53548a"/>
                    </a:solidFill>
                  </a:tcPr>
                </a:tc>
              </a:tr>
              <a:tr h="916920">
                <a:tc>
                  <a:txBody>
                    <a:bodyPr lIns="90000" rIns="90000" tIns="46800" bIns="46800">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1800" spc="-1" strike="noStrike">
                          <a:solidFill>
                            <a:srgbClr val="000000"/>
                          </a:solidFill>
                          <a:latin typeface="Georgia"/>
                        </a:rPr>
                        <a:t>Простая в реализации и настройке</a:t>
                      </a:r>
                      <a:endParaRPr b="0" lang="en-US" sz="1800" spc="-1" strike="noStrike">
                        <a:solidFill>
                          <a:srgbClr val="000000"/>
                        </a:solidFill>
                        <a:latin typeface="Arial"/>
                      </a:endParaRPr>
                    </a:p>
                  </a:txBody>
                  <a:tcPr marL="90000" marR="90000">
                    <a:lnL w="5760">
                      <a:solidFill>
                        <a:srgbClr val="ffffff"/>
                      </a:solidFill>
                    </a:lnL>
                    <a:lnR w="5760">
                      <a:solidFill>
                        <a:srgbClr val="ffffff"/>
                      </a:solidFill>
                    </a:lnR>
                    <a:lnT w="18720">
                      <a:solidFill>
                        <a:srgbClr val="ffffff"/>
                      </a:solidFill>
                    </a:lnT>
                    <a:lnB w="5760">
                      <a:solidFill>
                        <a:srgbClr val="ffffff"/>
                      </a:solidFill>
                    </a:lnB>
                    <a:solidFill>
                      <a:srgbClr val="d1d1da"/>
                    </a:solidFill>
                  </a:tcPr>
                </a:tc>
                <a:tc>
                  <a:txBody>
                    <a:bodyPr lIns="90000" rIns="90000" tIns="46800" bIns="46800">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1800" spc="-1" strike="noStrike">
                          <a:solidFill>
                            <a:srgbClr val="000000"/>
                          </a:solidFill>
                          <a:latin typeface="Georgia"/>
                        </a:rPr>
                        <a:t>Низкая надежность (обрыв кабеля выведет из строя всю сеть)</a:t>
                      </a:r>
                      <a:endParaRPr b="0" lang="en-US" sz="18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txBody>
                  <a:tcPr marL="90000" marR="90000">
                    <a:lnL w="5760">
                      <a:solidFill>
                        <a:srgbClr val="ffffff"/>
                      </a:solidFill>
                    </a:lnL>
                    <a:lnR w="5760">
                      <a:solidFill>
                        <a:srgbClr val="ffffff"/>
                      </a:solidFill>
                    </a:lnR>
                    <a:lnT w="18720">
                      <a:solidFill>
                        <a:srgbClr val="ffffff"/>
                      </a:solidFill>
                    </a:lnT>
                    <a:lnB w="5760">
                      <a:solidFill>
                        <a:srgbClr val="ffffff"/>
                      </a:solidFill>
                    </a:lnB>
                    <a:solidFill>
                      <a:srgbClr val="d1d1da"/>
                    </a:solidFill>
                  </a:tcPr>
                </a:tc>
              </a:tr>
              <a:tr h="916920">
                <a:tc>
                  <a:txBody>
                    <a:bodyPr lIns="90000" rIns="90000" tIns="46800" bIns="46800">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1800" spc="-1" strike="noStrike">
                          <a:solidFill>
                            <a:srgbClr val="000000"/>
                          </a:solidFill>
                          <a:latin typeface="Georgia"/>
                        </a:rPr>
                        <a:t>Недорогая (экономный расход кабеля)</a:t>
                      </a:r>
                      <a:endParaRPr b="0" lang="en-US" sz="1800" spc="-1" strike="noStrike">
                        <a:solidFill>
                          <a:srgbClr val="000000"/>
                        </a:solidFill>
                        <a:latin typeface="Arial"/>
                      </a:endParaRPr>
                    </a:p>
                  </a:txBody>
                  <a:tcPr marL="90000" marR="90000">
                    <a:lnL w="5760">
                      <a:solidFill>
                        <a:srgbClr val="ffffff"/>
                      </a:solidFill>
                    </a:lnL>
                    <a:lnR w="5760">
                      <a:solidFill>
                        <a:srgbClr val="ffffff"/>
                      </a:solidFill>
                    </a:lnR>
                    <a:lnT w="5760">
                      <a:solidFill>
                        <a:srgbClr val="ffffff"/>
                      </a:solidFill>
                    </a:lnT>
                    <a:lnB w="5760">
                      <a:solidFill>
                        <a:srgbClr val="ffffff"/>
                      </a:solidFill>
                    </a:lnB>
                    <a:solidFill>
                      <a:srgbClr val="e9e9ed"/>
                    </a:solidFill>
                  </a:tcPr>
                </a:tc>
                <a:tc>
                  <a:txBody>
                    <a:bodyPr lIns="90000" rIns="90000" tIns="46800" bIns="46800">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1800" spc="-1" strike="noStrike">
                          <a:solidFill>
                            <a:srgbClr val="000000"/>
                          </a:solidFill>
                          <a:latin typeface="Georgia"/>
                        </a:rPr>
                        <a:t>Низкая пропускная способность сети. Множество коллизий (столкновений) сигналов</a:t>
                      </a:r>
                      <a:endParaRPr b="0" lang="en-US" sz="1800" spc="-1" strike="noStrike">
                        <a:solidFill>
                          <a:srgbClr val="000000"/>
                        </a:solidFill>
                        <a:latin typeface="Arial"/>
                      </a:endParaRPr>
                    </a:p>
                  </a:txBody>
                  <a:tcPr marL="90000" marR="90000">
                    <a:lnL w="5760">
                      <a:solidFill>
                        <a:srgbClr val="ffffff"/>
                      </a:solidFill>
                    </a:lnL>
                    <a:lnR w="5760">
                      <a:solidFill>
                        <a:srgbClr val="ffffff"/>
                      </a:solidFill>
                    </a:lnR>
                    <a:lnT w="5760">
                      <a:solidFill>
                        <a:srgbClr val="ffffff"/>
                      </a:solidFill>
                    </a:lnT>
                    <a:lnB w="5760">
                      <a:solidFill>
                        <a:srgbClr val="ffffff"/>
                      </a:solidFill>
                    </a:lnB>
                    <a:solidFill>
                      <a:srgbClr val="e9e9ed"/>
                    </a:solidFill>
                  </a:tcPr>
                </a:tc>
              </a:tr>
              <a:tr h="1090440">
                <a:tc>
                  <a:tcPr marL="90000" marR="90000">
                    <a:lnL w="5760">
                      <a:solidFill>
                        <a:srgbClr val="ffffff"/>
                      </a:solidFill>
                    </a:lnL>
                    <a:lnR w="5760">
                      <a:solidFill>
                        <a:srgbClr val="ffffff"/>
                      </a:solidFill>
                    </a:lnR>
                    <a:lnT w="5760">
                      <a:solidFill>
                        <a:srgbClr val="ffffff"/>
                      </a:solidFill>
                    </a:lnT>
                    <a:lnB w="5760">
                      <a:solidFill>
                        <a:srgbClr val="ffffff"/>
                      </a:solidFill>
                    </a:lnB>
                    <a:solidFill>
                      <a:srgbClr val="d1d1da"/>
                    </a:solidFill>
                  </a:tcPr>
                </a:tc>
                <a:tc>
                  <a:txBody>
                    <a:bodyPr lIns="90000" rIns="90000" tIns="46800" bIns="46800">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1800" spc="-1" strike="noStrike">
                          <a:solidFill>
                            <a:srgbClr val="000000"/>
                          </a:solidFill>
                          <a:latin typeface="Georgia"/>
                        </a:rPr>
                        <a:t>Трудно удлинять сеть (необходимы повторители или репитеры)</a:t>
                      </a:r>
                      <a:endParaRPr b="0" lang="en-US" sz="18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txBody>
                  <a:tcPr marL="90000" marR="90000">
                    <a:lnL w="5760">
                      <a:solidFill>
                        <a:srgbClr val="ffffff"/>
                      </a:solidFill>
                    </a:lnL>
                    <a:lnR w="5760">
                      <a:solidFill>
                        <a:srgbClr val="ffffff"/>
                      </a:solidFill>
                    </a:lnR>
                    <a:lnT w="5760">
                      <a:solidFill>
                        <a:srgbClr val="ffffff"/>
                      </a:solidFill>
                    </a:lnT>
                    <a:lnB w="5760">
                      <a:solidFill>
                        <a:srgbClr val="ffffff"/>
                      </a:solidFill>
                    </a:lnB>
                    <a:solidFill>
                      <a:srgbClr val="d1d1da"/>
                    </a:solidFill>
                  </a:tcPr>
                </a:tc>
              </a:tr>
            </a:tbl>
          </a:graphicData>
        </a:graphic>
      </p:graphicFrame>
      <p:pic>
        <p:nvPicPr>
          <p:cNvPr id="233" name="Picture 4" descr=""/>
          <p:cNvPicPr/>
          <p:nvPr/>
        </p:nvPicPr>
        <p:blipFill>
          <a:blip r:embed="rId1"/>
          <a:stretch/>
        </p:blipFill>
        <p:spPr>
          <a:xfrm>
            <a:off x="2357280" y="1905120"/>
            <a:ext cx="4143600" cy="990360"/>
          </a:xfrm>
          <a:prstGeom prst="rect">
            <a:avLst/>
          </a:prstGeom>
          <a:ln w="0">
            <a:noFill/>
          </a:ln>
        </p:spPr>
      </p:pic>
    </p:spTree>
  </p:cSld>
  <mc:AlternateContent>
    <mc:Choice Requires="p14">
      <p:transition spd="slow" p14:dur="2000"/>
    </mc:Choice>
    <mc:Fallback>
      <p:transition spd="slow"/>
    </mc:Fallback>
  </mc:AlternateContent>
  <p:timing>
    <p:tnLst>
      <p:par>
        <p:cTn id="124" dur="indefinite" restart="never" nodeType="tmRoot">
          <p:childTnLst>
            <p:seq>
              <p:cTn id="125" dur="indefinite" nodeType="mainSeq">
                <p:childTnLst>
                  <p:par>
                    <p:cTn id="126" fill="hold">
                      <p:stCondLst>
                        <p:cond delay="indefinite"/>
                      </p:stCondLst>
                      <p:childTnLst>
                        <p:par>
                          <p:cTn id="127" fill="hold">
                            <p:stCondLst>
                              <p:cond delay="0"/>
                            </p:stCondLst>
                            <p:childTnLst>
                              <p:par>
                                <p:cTn id="128" nodeType="clickEffect" fill="hold" presetClass="entr" presetID="3" presetSubtype="10">
                                  <p:stCondLst>
                                    <p:cond delay="0"/>
                                  </p:stCondLst>
                                  <p:childTnLst>
                                    <p:set>
                                      <p:cBhvr>
                                        <p:cTn id="129" dur="1" fill="hold">
                                          <p:stCondLst>
                                            <p:cond delay="0"/>
                                          </p:stCondLst>
                                        </p:cTn>
                                        <p:tgtEl>
                                          <p:spTgt spid="231"/>
                                        </p:tgtEl>
                                        <p:attrNameLst>
                                          <p:attrName>style.visibility</p:attrName>
                                        </p:attrNameLst>
                                      </p:cBhvr>
                                      <p:to>
                                        <p:strVal val="visible"/>
                                      </p:to>
                                    </p:set>
                                    <p:animEffect filter="blinds(horizontal)" transition="in">
                                      <p:cBhvr additive="repl">
                                        <p:cTn id="130" dur="500"/>
                                        <p:tgtEl>
                                          <p:spTgt spid="231"/>
                                        </p:tgtEl>
                                      </p:cBhvr>
                                    </p:animEffect>
                                  </p:childTnLst>
                                </p:cTn>
                              </p:par>
                            </p:childTnLst>
                          </p:cTn>
                        </p:par>
                      </p:childTnLst>
                    </p:cTn>
                  </p:par>
                  <p:par>
                    <p:cTn id="131" fill="hold">
                      <p:stCondLst>
                        <p:cond delay="indefinite"/>
                      </p:stCondLst>
                      <p:childTnLst>
                        <p:par>
                          <p:cTn id="132" fill="hold">
                            <p:stCondLst>
                              <p:cond delay="0"/>
                            </p:stCondLst>
                            <p:childTnLst>
                              <p:par>
                                <p:cTn id="133" nodeType="clickEffect" fill="hold" presetClass="entr" presetID="3" presetSubtype="10">
                                  <p:stCondLst>
                                    <p:cond delay="0"/>
                                  </p:stCondLst>
                                  <p:childTnLst>
                                    <p:set>
                                      <p:cBhvr>
                                        <p:cTn id="134" dur="1" fill="hold">
                                          <p:stCondLst>
                                            <p:cond delay="0"/>
                                          </p:stCondLst>
                                        </p:cTn>
                                        <p:tgtEl>
                                          <p:spTgt spid="233"/>
                                        </p:tgtEl>
                                        <p:attrNameLst>
                                          <p:attrName>style.visibility</p:attrName>
                                        </p:attrNameLst>
                                      </p:cBhvr>
                                      <p:to>
                                        <p:strVal val="visible"/>
                                      </p:to>
                                    </p:set>
                                    <p:animEffect filter="blinds(horizontal)" transition="in">
                                      <p:cBhvr additive="repl">
                                        <p:cTn id="135" dur="500"/>
                                        <p:tgtEl>
                                          <p:spTgt spid="233"/>
                                        </p:tgtEl>
                                      </p:cBhvr>
                                    </p:animEffect>
                                  </p:childTnLst>
                                </p:cTn>
                              </p:par>
                            </p:childTnLst>
                          </p:cTn>
                        </p:par>
                      </p:childTnLst>
                    </p:cTn>
                  </p:par>
                  <p:par>
                    <p:cTn id="136" fill="hold">
                      <p:stCondLst>
                        <p:cond delay="indefinite"/>
                      </p:stCondLst>
                      <p:childTnLst>
                        <p:par>
                          <p:cTn id="137" fill="hold">
                            <p:stCondLst>
                              <p:cond delay="0"/>
                            </p:stCondLst>
                            <p:childTnLst>
                              <p:par>
                                <p:cTn id="138" nodeType="clickEffect" fill="hold" presetClass="entr" presetID="3" presetSubtype="10">
                                  <p:stCondLst>
                                    <p:cond delay="0"/>
                                  </p:stCondLst>
                                  <p:childTnLst>
                                    <p:set>
                                      <p:cBhvr>
                                        <p:cTn id="139" dur="1" fill="hold">
                                          <p:stCondLst>
                                            <p:cond delay="0"/>
                                          </p:stCondLst>
                                        </p:cTn>
                                        <p:tgtEl>
                                          <p:spTgt spid="232"/>
                                        </p:tgtEl>
                                        <p:attrNameLst>
                                          <p:attrName>style.visibility</p:attrName>
                                        </p:attrNameLst>
                                      </p:cBhvr>
                                      <p:to>
                                        <p:strVal val="visible"/>
                                      </p:to>
                                    </p:set>
                                    <p:animEffect filter="blinds(horizontal)" transition="in">
                                      <p:cBhvr additive="repl">
                                        <p:cTn id="140" dur="500"/>
                                        <p:tgtEl>
                                          <p:spTgt spid="2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TextShape 1"/>
          <p:cNvSpPr txBox="1"/>
          <p:nvPr/>
        </p:nvSpPr>
        <p:spPr>
          <a:xfrm>
            <a:off x="500040" y="642600"/>
            <a:ext cx="8229600" cy="3714840"/>
          </a:xfrm>
          <a:prstGeom prst="rect">
            <a:avLst/>
          </a:prstGeom>
          <a:noFill/>
          <a:ln w="0">
            <a:noFill/>
          </a:ln>
        </p:spPr>
        <p:txBody>
          <a:bodyPr>
            <a:normAutofit/>
          </a:bodyPr>
          <a:p>
            <a:pPr marL="365040" indent="-255600">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ru-RU" sz="2800" spc="-1" strike="noStrike">
                <a:solidFill>
                  <a:srgbClr val="000000"/>
                </a:solidFill>
                <a:latin typeface="Times New Roman"/>
                <a:ea typeface="Times New Roman"/>
              </a:rPr>
              <a:t>  </a:t>
            </a:r>
            <a:r>
              <a:rPr b="1" lang="ru-RU" sz="2800" spc="-1" strike="noStrike">
                <a:solidFill>
                  <a:srgbClr val="000000"/>
                </a:solidFill>
                <a:latin typeface="Times New Roman"/>
                <a:ea typeface="Times New Roman"/>
              </a:rPr>
              <a:t>Кольцо — это топология</a:t>
            </a:r>
            <a:r>
              <a:rPr b="0" lang="ru-RU" sz="2800" spc="-1" strike="noStrike">
                <a:solidFill>
                  <a:srgbClr val="000000"/>
                </a:solidFill>
                <a:latin typeface="Times New Roman"/>
                <a:ea typeface="Times New Roman"/>
              </a:rPr>
              <a:t>, в которой каждый компьютер соединен линиями связи с двумя другими: от одного он только получает информацию, а другому только передает. </a:t>
            </a:r>
            <a:endParaRPr b="0" lang="en-US" sz="2800" spc="-1" strike="noStrike">
              <a:solidFill>
                <a:srgbClr val="000000"/>
              </a:solidFill>
              <a:latin typeface="Georgia"/>
            </a:endParaRPr>
          </a:p>
          <a:p>
            <a:pPr marL="365040" indent="-255600">
              <a:lnSpc>
                <a:spcPct val="100000"/>
              </a:lnSpc>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p:txBody>
      </p:sp>
      <p:pic>
        <p:nvPicPr>
          <p:cNvPr id="235" name="Picture 2" descr=""/>
          <p:cNvPicPr/>
          <p:nvPr/>
        </p:nvPicPr>
        <p:blipFill>
          <a:blip r:embed="rId1"/>
          <a:stretch/>
        </p:blipFill>
        <p:spPr>
          <a:xfrm>
            <a:off x="2786040" y="3000240"/>
            <a:ext cx="3387600" cy="3286440"/>
          </a:xfrm>
          <a:prstGeom prst="rect">
            <a:avLst/>
          </a:prstGeom>
          <a:ln w="0">
            <a:noFill/>
          </a:ln>
        </p:spPr>
      </p:pic>
    </p:spTree>
  </p:cSld>
  <mc:AlternateContent>
    <mc:Choice Requires="p14">
      <p:transition spd="slow" p14:dur="2000"/>
    </mc:Choice>
    <mc:Fallback>
      <p:transition spd="slow"/>
    </mc:Fallback>
  </mc:AlternateContent>
  <p:timing>
    <p:tnLst>
      <p:par>
        <p:cTn id="141" dur="indefinite" restart="never" nodeType="tmRoot">
          <p:childTnLst>
            <p:seq>
              <p:cTn id="142" dur="indefinite" nodeType="mainSeq">
                <p:childTnLst>
                  <p:par>
                    <p:cTn id="143" fill="hold">
                      <p:stCondLst>
                        <p:cond delay="indefinite"/>
                      </p:stCondLst>
                      <p:childTnLst>
                        <p:par>
                          <p:cTn id="144" fill="hold">
                            <p:stCondLst>
                              <p:cond delay="0"/>
                            </p:stCondLst>
                            <p:childTnLst>
                              <p:par>
                                <p:cTn id="145" nodeType="clickEffect" fill="hold" presetClass="entr" presetID="3" presetSubtype="10">
                                  <p:stCondLst>
                                    <p:cond delay="0"/>
                                  </p:stCondLst>
                                  <p:childTnLst>
                                    <p:set>
                                      <p:cBhvr>
                                        <p:cTn id="146" dur="1" fill="hold">
                                          <p:stCondLst>
                                            <p:cond delay="0"/>
                                          </p:stCondLst>
                                        </p:cTn>
                                        <p:tgtEl>
                                          <p:spTgt spid="234">
                                            <p:txEl>
                                              <p:pRg st="0" end="0"/>
                                            </p:txEl>
                                          </p:spTgt>
                                        </p:tgtEl>
                                        <p:attrNameLst>
                                          <p:attrName>style.visibility</p:attrName>
                                        </p:attrNameLst>
                                      </p:cBhvr>
                                      <p:to>
                                        <p:strVal val="visible"/>
                                      </p:to>
                                    </p:set>
                                    <p:animEffect filter="blinds(horizontal)" transition="in">
                                      <p:cBhvr additive="repl">
                                        <p:cTn id="147" dur="500"/>
                                        <p:tgtEl>
                                          <p:spTgt spid="234">
                                            <p:txEl>
                                              <p:pRg st="0" end="0"/>
                                            </p:txEl>
                                          </p:spTgt>
                                        </p:tgtEl>
                                      </p:cBhvr>
                                    </p:animEffect>
                                  </p:childTnLst>
                                </p:cTn>
                              </p:par>
                              <p:par>
                                <p:cTn id="148" nodeType="withEffect" fill="hold" presetClass="entr" presetID="3" presetSubtype="10">
                                  <p:stCondLst>
                                    <p:cond delay="0"/>
                                  </p:stCondLst>
                                  <p:childTnLst>
                                    <p:set>
                                      <p:cBhvr>
                                        <p:cTn id="149" dur="1" fill="hold">
                                          <p:stCondLst>
                                            <p:cond delay="0"/>
                                          </p:stCondLst>
                                        </p:cTn>
                                        <p:tgtEl>
                                          <p:spTgt spid="235"/>
                                        </p:tgtEl>
                                        <p:attrNameLst>
                                          <p:attrName>style.visibility</p:attrName>
                                        </p:attrNameLst>
                                      </p:cBhvr>
                                      <p:to>
                                        <p:strVal val="visible"/>
                                      </p:to>
                                    </p:set>
                                    <p:animEffect filter="blinds(horizontal)" transition="in">
                                      <p:cBhvr additive="repl">
                                        <p:cTn id="150" dur="500"/>
                                        <p:tgtEl>
                                          <p:spTgt spid="2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TextShape 1"/>
          <p:cNvSpPr txBox="1"/>
          <p:nvPr/>
        </p:nvSpPr>
        <p:spPr>
          <a:xfrm>
            <a:off x="0" y="1571400"/>
            <a:ext cx="9144000" cy="2500200"/>
          </a:xfrm>
          <a:prstGeom prst="rect">
            <a:avLst/>
          </a:prstGeom>
          <a:noFill/>
          <a:ln w="0">
            <a:noFill/>
          </a:ln>
        </p:spPr>
        <p:txBody>
          <a:bodyPr>
            <a:normAutofit/>
          </a:bodyPr>
          <a:p>
            <a:pPr marL="365040" indent="-255600">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ru-RU" sz="3200" spc="-1" strike="noStrike">
                <a:solidFill>
                  <a:srgbClr val="000000"/>
                </a:solidFill>
                <a:latin typeface="Times New Roman"/>
                <a:ea typeface="Times New Roman"/>
              </a:rPr>
              <a:t>   </a:t>
            </a:r>
            <a:r>
              <a:rPr b="1" lang="ru-RU" sz="3200" spc="-1" strike="noStrike">
                <a:solidFill>
                  <a:srgbClr val="000000"/>
                </a:solidFill>
                <a:latin typeface="Times New Roman"/>
                <a:ea typeface="Times New Roman"/>
              </a:rPr>
              <a:t>Звезда —</a:t>
            </a:r>
            <a:r>
              <a:rPr b="0" lang="ru-RU" sz="3200" spc="-1" strike="noStrike">
                <a:solidFill>
                  <a:srgbClr val="000000"/>
                </a:solidFill>
                <a:latin typeface="Times New Roman"/>
                <a:ea typeface="Times New Roman"/>
              </a:rPr>
              <a:t>топология компьютерной сети, в которой все компьютеры присоединены к центральному узлу</a:t>
            </a:r>
            <a:endParaRPr b="0" lang="en-US" sz="3200" spc="-1" strike="noStrike">
              <a:solidFill>
                <a:srgbClr val="000000"/>
              </a:solidFill>
              <a:latin typeface="Georgia"/>
            </a:endParaRPr>
          </a:p>
        </p:txBody>
      </p:sp>
    </p:spTree>
  </p:cSld>
  <mc:AlternateContent>
    <mc:Choice Requires="p14">
      <p:transition spd="slow" p14:dur="2000"/>
    </mc:Choice>
    <mc:Fallback>
      <p:transition spd="slow"/>
    </mc:Fallback>
  </mc:AlternateContent>
  <p:timing>
    <p:tnLst>
      <p:par>
        <p:cTn id="151" dur="indefinite" restart="never" nodeType="tmRoot">
          <p:childTnLst>
            <p:seq>
              <p:cTn id="152" dur="indefinite" nodeType="mainSeq">
                <p:childTnLst>
                  <p:par>
                    <p:cTn id="153" fill="hold">
                      <p:stCondLst>
                        <p:cond delay="indefinite"/>
                      </p:stCondLst>
                      <p:childTnLst>
                        <p:par>
                          <p:cTn id="154" fill="hold">
                            <p:stCondLst>
                              <p:cond delay="0"/>
                            </p:stCondLst>
                            <p:childTnLst>
                              <p:par>
                                <p:cTn id="155" nodeType="clickEffect" fill="hold" presetClass="entr" presetID="3" presetSubtype="10">
                                  <p:stCondLst>
                                    <p:cond delay="0"/>
                                  </p:stCondLst>
                                  <p:childTnLst>
                                    <p:set>
                                      <p:cBhvr>
                                        <p:cTn id="156" dur="1" fill="hold">
                                          <p:stCondLst>
                                            <p:cond delay="0"/>
                                          </p:stCondLst>
                                        </p:cTn>
                                        <p:tgtEl>
                                          <p:spTgt spid="236">
                                            <p:txEl>
                                              <p:pRg st="0" end="0"/>
                                            </p:txEl>
                                          </p:spTgt>
                                        </p:tgtEl>
                                        <p:attrNameLst>
                                          <p:attrName>style.visibility</p:attrName>
                                        </p:attrNameLst>
                                      </p:cBhvr>
                                      <p:to>
                                        <p:strVal val="visible"/>
                                      </p:to>
                                    </p:set>
                                    <p:animEffect filter="blinds(horizontal)" transition="in">
                                      <p:cBhvr additive="repl">
                                        <p:cTn id="157" dur="500"/>
                                        <p:tgtEl>
                                          <p:spTgt spid="236">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TextShape 1"/>
          <p:cNvSpPr txBox="1"/>
          <p:nvPr/>
        </p:nvSpPr>
        <p:spPr>
          <a:xfrm>
            <a:off x="0" y="499680"/>
            <a:ext cx="8686800" cy="3143160"/>
          </a:xfrm>
          <a:prstGeom prst="rect">
            <a:avLst/>
          </a:prstGeom>
          <a:noFill/>
          <a:ln w="0">
            <a:noFill/>
          </a:ln>
        </p:spPr>
        <p:txBody>
          <a:bodyPr>
            <a:normAutofit/>
          </a:bodyPr>
          <a:p>
            <a:pPr marL="365040" indent="-255600">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2800" spc="-1" strike="noStrike">
                <a:solidFill>
                  <a:srgbClr val="000000"/>
                </a:solidFill>
                <a:latin typeface="Times New Roman"/>
                <a:ea typeface="Times New Roman"/>
              </a:rPr>
              <a:t>   </a:t>
            </a:r>
            <a:r>
              <a:rPr b="1" lang="ru-RU" sz="2800" spc="-1" strike="noStrike">
                <a:solidFill>
                  <a:srgbClr val="000000"/>
                </a:solidFill>
                <a:latin typeface="Times New Roman"/>
                <a:ea typeface="Times New Roman"/>
              </a:rPr>
              <a:t>Пассивная звезда</a:t>
            </a:r>
            <a:endParaRPr b="0" lang="en-US" sz="2800" spc="-1" strike="noStrike">
              <a:solidFill>
                <a:srgbClr val="000000"/>
              </a:solidFill>
              <a:latin typeface="Georgia"/>
            </a:endParaRPr>
          </a:p>
          <a:p>
            <a:pPr marL="365040" indent="-255600">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a:p>
            <a:pPr marL="365040" indent="-255600">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2800" spc="-1" strike="noStrike">
                <a:solidFill>
                  <a:srgbClr val="000000"/>
                </a:solidFill>
                <a:latin typeface="Times New Roman"/>
                <a:ea typeface="Times New Roman"/>
              </a:rPr>
              <a:t>   </a:t>
            </a:r>
            <a:r>
              <a:rPr b="0" lang="ru-RU" sz="2800" spc="-1" strike="noStrike">
                <a:solidFill>
                  <a:srgbClr val="000000"/>
                </a:solidFill>
                <a:latin typeface="Times New Roman"/>
                <a:ea typeface="Times New Roman"/>
              </a:rPr>
              <a:t>В центре сети с данной топологией содержится не компьютер, а концентратор (хаб), или коммутатор, он возобновляет сигналы, которые поступают, и пересылает их в другие линии связи.</a:t>
            </a:r>
            <a:endParaRPr b="0" lang="en-US" sz="2800" spc="-1" strike="noStrike">
              <a:solidFill>
                <a:srgbClr val="000000"/>
              </a:solidFill>
              <a:latin typeface="Georgia"/>
            </a:endParaRPr>
          </a:p>
          <a:p>
            <a:pPr marL="365040" indent="-255600">
              <a:lnSpc>
                <a:spcPct val="100000"/>
              </a:lnSpc>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p:txBody>
      </p:sp>
      <p:pic>
        <p:nvPicPr>
          <p:cNvPr id="238" name="Picture 2" descr=""/>
          <p:cNvPicPr/>
          <p:nvPr/>
        </p:nvPicPr>
        <p:blipFill>
          <a:blip r:embed="rId1"/>
          <a:stretch/>
        </p:blipFill>
        <p:spPr>
          <a:xfrm>
            <a:off x="2286000" y="3071880"/>
            <a:ext cx="4643280" cy="3720960"/>
          </a:xfrm>
          <a:prstGeom prst="rect">
            <a:avLst/>
          </a:prstGeom>
          <a:ln w="0">
            <a:noFill/>
          </a:ln>
        </p:spPr>
      </p:pic>
    </p:spTree>
  </p:cSld>
  <mc:AlternateContent>
    <mc:Choice Requires="p14">
      <p:transition spd="slow" p14:dur="2000"/>
    </mc:Choice>
    <mc:Fallback>
      <p:transition spd="slow"/>
    </mc:Fallback>
  </mc:AlternateContent>
  <p:timing>
    <p:tnLst>
      <p:par>
        <p:cTn id="158" dur="indefinite" restart="never" nodeType="tmRoot">
          <p:childTnLst>
            <p:seq>
              <p:cTn id="159" dur="indefinite" nodeType="mainSeq">
                <p:childTnLst>
                  <p:par>
                    <p:cTn id="160" fill="hold">
                      <p:stCondLst>
                        <p:cond delay="indefinite"/>
                      </p:stCondLst>
                      <p:childTnLst>
                        <p:par>
                          <p:cTn id="161" fill="hold">
                            <p:stCondLst>
                              <p:cond delay="0"/>
                            </p:stCondLst>
                            <p:childTnLst>
                              <p:par>
                                <p:cTn id="162" nodeType="clickEffect" fill="hold" presetClass="entr" presetID="3" presetSubtype="10">
                                  <p:stCondLst>
                                    <p:cond delay="0"/>
                                  </p:stCondLst>
                                  <p:childTnLst>
                                    <p:set>
                                      <p:cBhvr>
                                        <p:cTn id="163" dur="1" fill="hold">
                                          <p:stCondLst>
                                            <p:cond delay="0"/>
                                          </p:stCondLst>
                                        </p:cTn>
                                        <p:tgtEl>
                                          <p:spTgt spid="237">
                                            <p:txEl>
                                              <p:pRg st="0" end="0"/>
                                            </p:txEl>
                                          </p:spTgt>
                                        </p:tgtEl>
                                        <p:attrNameLst>
                                          <p:attrName>style.visibility</p:attrName>
                                        </p:attrNameLst>
                                      </p:cBhvr>
                                      <p:to>
                                        <p:strVal val="visible"/>
                                      </p:to>
                                    </p:set>
                                    <p:animEffect filter="blinds(horizontal)" transition="in">
                                      <p:cBhvr additive="repl">
                                        <p:cTn id="164" dur="500"/>
                                        <p:tgtEl>
                                          <p:spTgt spid="237">
                                            <p:txEl>
                                              <p:pRg st="0" end="0"/>
                                            </p:txEl>
                                          </p:spTgt>
                                        </p:tgtEl>
                                      </p:cBhvr>
                                    </p:animEffect>
                                  </p:childTnLst>
                                </p:cTn>
                              </p:par>
                            </p:childTnLst>
                          </p:cTn>
                        </p:par>
                      </p:childTnLst>
                    </p:cTn>
                  </p:par>
                  <p:par>
                    <p:cTn id="165" fill="hold">
                      <p:stCondLst>
                        <p:cond delay="indefinite"/>
                      </p:stCondLst>
                      <p:childTnLst>
                        <p:par>
                          <p:cTn id="166" fill="hold">
                            <p:stCondLst>
                              <p:cond delay="0"/>
                            </p:stCondLst>
                            <p:childTnLst>
                              <p:par>
                                <p:cTn id="167" nodeType="clickEffect" fill="hold" presetClass="entr" presetID="3" presetSubtype="10">
                                  <p:stCondLst>
                                    <p:cond delay="0"/>
                                  </p:stCondLst>
                                  <p:childTnLst>
                                    <p:set>
                                      <p:cBhvr>
                                        <p:cTn id="168" dur="1" fill="hold">
                                          <p:stCondLst>
                                            <p:cond delay="0"/>
                                          </p:stCondLst>
                                        </p:cTn>
                                        <p:tgtEl>
                                          <p:spTgt spid="237">
                                            <p:txEl>
                                              <p:pRg st="2" end="2"/>
                                            </p:txEl>
                                          </p:spTgt>
                                        </p:tgtEl>
                                        <p:attrNameLst>
                                          <p:attrName>style.visibility</p:attrName>
                                        </p:attrNameLst>
                                      </p:cBhvr>
                                      <p:to>
                                        <p:strVal val="visible"/>
                                      </p:to>
                                    </p:set>
                                    <p:animEffect filter="blinds(horizontal)" transition="in">
                                      <p:cBhvr additive="repl">
                                        <p:cTn id="169" dur="500"/>
                                        <p:tgtEl>
                                          <p:spTgt spid="237">
                                            <p:txEl>
                                              <p:pRg st="2" end="2"/>
                                            </p:txEl>
                                          </p:spTgt>
                                        </p:tgtEl>
                                      </p:cBhvr>
                                    </p:animEffect>
                                  </p:childTnLst>
                                </p:cTn>
                              </p:par>
                              <p:par>
                                <p:cTn id="170" nodeType="withEffect" fill="hold" presetClass="entr" presetID="3" presetSubtype="10">
                                  <p:stCondLst>
                                    <p:cond delay="0"/>
                                  </p:stCondLst>
                                  <p:childTnLst>
                                    <p:set>
                                      <p:cBhvr>
                                        <p:cTn id="171" dur="1" fill="hold">
                                          <p:stCondLst>
                                            <p:cond delay="0"/>
                                          </p:stCondLst>
                                        </p:cTn>
                                        <p:tgtEl>
                                          <p:spTgt spid="238"/>
                                        </p:tgtEl>
                                        <p:attrNameLst>
                                          <p:attrName>style.visibility</p:attrName>
                                        </p:attrNameLst>
                                      </p:cBhvr>
                                      <p:to>
                                        <p:strVal val="visible"/>
                                      </p:to>
                                    </p:set>
                                    <p:animEffect filter="blinds(horizontal)" transition="in">
                                      <p:cBhvr additive="repl">
                                        <p:cTn id="172" dur="500"/>
                                        <p:tgtEl>
                                          <p:spTgt spid="2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TextShape 1"/>
          <p:cNvSpPr txBox="1"/>
          <p:nvPr/>
        </p:nvSpPr>
        <p:spPr>
          <a:xfrm>
            <a:off x="642960" y="713880"/>
            <a:ext cx="8229600" cy="1714680"/>
          </a:xfrm>
          <a:prstGeom prst="rect">
            <a:avLst/>
          </a:prstGeom>
          <a:noFill/>
          <a:ln w="0">
            <a:noFill/>
          </a:ln>
        </p:spPr>
        <p:txBody>
          <a:bodyPr>
            <a:normAutofit/>
          </a:bodyPr>
          <a:p>
            <a:pPr marL="365040" indent="-255600">
              <a:lnSpc>
                <a:spcPct val="9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ru-RU" sz="2600" spc="-1" strike="noStrike">
                <a:solidFill>
                  <a:srgbClr val="000000"/>
                </a:solidFill>
                <a:latin typeface="Times New Roman"/>
                <a:ea typeface="Times New Roman"/>
              </a:rPr>
              <a:t>Активная звезда</a:t>
            </a:r>
            <a:endParaRPr b="0" lang="en-US" sz="2600" spc="-1" strike="noStrike">
              <a:solidFill>
                <a:srgbClr val="000000"/>
              </a:solidFill>
              <a:latin typeface="Georgia"/>
            </a:endParaRPr>
          </a:p>
          <a:p>
            <a:pPr marL="365040" indent="-255600">
              <a:lnSpc>
                <a:spcPct val="9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600" spc="-1" strike="noStrike">
              <a:solidFill>
                <a:srgbClr val="000000"/>
              </a:solidFill>
              <a:latin typeface="Georgia"/>
            </a:endParaRPr>
          </a:p>
          <a:p>
            <a:pPr marL="365040" indent="-255600">
              <a:lnSpc>
                <a:spcPct val="9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2600" spc="-1" strike="noStrike">
                <a:solidFill>
                  <a:srgbClr val="000000"/>
                </a:solidFill>
                <a:latin typeface="Times New Roman"/>
                <a:ea typeface="Times New Roman"/>
              </a:rPr>
              <a:t>В центре сети содержится компьютер, который выступает в роли сервера.</a:t>
            </a:r>
            <a:endParaRPr b="0" lang="en-US" sz="2600" spc="-1" strike="noStrike">
              <a:solidFill>
                <a:srgbClr val="000000"/>
              </a:solidFill>
              <a:latin typeface="Georgia"/>
            </a:endParaRPr>
          </a:p>
        </p:txBody>
      </p:sp>
      <p:pic>
        <p:nvPicPr>
          <p:cNvPr id="240" name="Picture 2" descr=""/>
          <p:cNvPicPr/>
          <p:nvPr/>
        </p:nvPicPr>
        <p:blipFill>
          <a:blip r:embed="rId1"/>
          <a:stretch/>
        </p:blipFill>
        <p:spPr>
          <a:xfrm>
            <a:off x="2357280" y="2357280"/>
            <a:ext cx="4643640" cy="4211640"/>
          </a:xfrm>
          <a:prstGeom prst="rect">
            <a:avLst/>
          </a:prstGeom>
          <a:ln w="0">
            <a:noFill/>
          </a:ln>
        </p:spPr>
      </p:pic>
    </p:spTree>
  </p:cSld>
  <mc:AlternateContent>
    <mc:Choice Requires="p14">
      <p:transition spd="slow" p14:dur="2000"/>
    </mc:Choice>
    <mc:Fallback>
      <p:transition spd="slow"/>
    </mc:Fallback>
  </mc:AlternateContent>
  <p:timing>
    <p:tnLst>
      <p:par>
        <p:cTn id="173" dur="indefinite" restart="never" nodeType="tmRoot">
          <p:childTnLst>
            <p:seq>
              <p:cTn id="174" dur="indefinite" nodeType="mainSeq">
                <p:childTnLst>
                  <p:par>
                    <p:cTn id="175" fill="hold">
                      <p:stCondLst>
                        <p:cond delay="indefinite"/>
                      </p:stCondLst>
                      <p:childTnLst>
                        <p:par>
                          <p:cTn id="176" fill="hold">
                            <p:stCondLst>
                              <p:cond delay="0"/>
                            </p:stCondLst>
                            <p:childTnLst>
                              <p:par>
                                <p:cTn id="177" nodeType="clickEffect" fill="hold" presetClass="entr" presetID="3" presetSubtype="10">
                                  <p:stCondLst>
                                    <p:cond delay="0"/>
                                  </p:stCondLst>
                                  <p:childTnLst>
                                    <p:set>
                                      <p:cBhvr>
                                        <p:cTn id="178" dur="1" fill="hold">
                                          <p:stCondLst>
                                            <p:cond delay="0"/>
                                          </p:stCondLst>
                                        </p:cTn>
                                        <p:tgtEl>
                                          <p:spTgt spid="239">
                                            <p:txEl>
                                              <p:pRg st="0" end="0"/>
                                            </p:txEl>
                                          </p:spTgt>
                                        </p:tgtEl>
                                        <p:attrNameLst>
                                          <p:attrName>style.visibility</p:attrName>
                                        </p:attrNameLst>
                                      </p:cBhvr>
                                      <p:to>
                                        <p:strVal val="visible"/>
                                      </p:to>
                                    </p:set>
                                    <p:animEffect filter="blinds(horizontal)" transition="in">
                                      <p:cBhvr additive="repl">
                                        <p:cTn id="179" dur="500"/>
                                        <p:tgtEl>
                                          <p:spTgt spid="239">
                                            <p:txEl>
                                              <p:pRg st="0" end="0"/>
                                            </p:txEl>
                                          </p:spTgt>
                                        </p:tgtEl>
                                      </p:cBhvr>
                                    </p:animEffect>
                                  </p:childTnLst>
                                </p:cTn>
                              </p:par>
                            </p:childTnLst>
                          </p:cTn>
                        </p:par>
                      </p:childTnLst>
                    </p:cTn>
                  </p:par>
                  <p:par>
                    <p:cTn id="180" fill="hold">
                      <p:stCondLst>
                        <p:cond delay="indefinite"/>
                      </p:stCondLst>
                      <p:childTnLst>
                        <p:par>
                          <p:cTn id="181" fill="hold">
                            <p:stCondLst>
                              <p:cond delay="0"/>
                            </p:stCondLst>
                            <p:childTnLst>
                              <p:par>
                                <p:cTn id="182" nodeType="clickEffect" fill="hold" presetClass="entr" presetID="3" presetSubtype="10">
                                  <p:stCondLst>
                                    <p:cond delay="0"/>
                                  </p:stCondLst>
                                  <p:childTnLst>
                                    <p:set>
                                      <p:cBhvr>
                                        <p:cTn id="183" dur="1" fill="hold">
                                          <p:stCondLst>
                                            <p:cond delay="0"/>
                                          </p:stCondLst>
                                        </p:cTn>
                                        <p:tgtEl>
                                          <p:spTgt spid="239">
                                            <p:txEl>
                                              <p:pRg st="2" end="2"/>
                                            </p:txEl>
                                          </p:spTgt>
                                        </p:tgtEl>
                                        <p:attrNameLst>
                                          <p:attrName>style.visibility</p:attrName>
                                        </p:attrNameLst>
                                      </p:cBhvr>
                                      <p:to>
                                        <p:strVal val="visible"/>
                                      </p:to>
                                    </p:set>
                                    <p:animEffect filter="blinds(horizontal)" transition="in">
                                      <p:cBhvr additive="repl">
                                        <p:cTn id="184" dur="500"/>
                                        <p:tgtEl>
                                          <p:spTgt spid="239">
                                            <p:txEl>
                                              <p:pRg st="2" end="2"/>
                                            </p:txEl>
                                          </p:spTgt>
                                        </p:tgtEl>
                                      </p:cBhvr>
                                    </p:animEffect>
                                  </p:childTnLst>
                                </p:cTn>
                              </p:par>
                              <p:par>
                                <p:cTn id="185" nodeType="withEffect" fill="hold" presetClass="entr" presetID="3" presetSubtype="10">
                                  <p:stCondLst>
                                    <p:cond delay="0"/>
                                  </p:stCondLst>
                                  <p:childTnLst>
                                    <p:set>
                                      <p:cBhvr>
                                        <p:cTn id="186" dur="1" fill="hold">
                                          <p:stCondLst>
                                            <p:cond delay="0"/>
                                          </p:stCondLst>
                                        </p:cTn>
                                        <p:tgtEl>
                                          <p:spTgt spid="240"/>
                                        </p:tgtEl>
                                        <p:attrNameLst>
                                          <p:attrName>style.visibility</p:attrName>
                                        </p:attrNameLst>
                                      </p:cBhvr>
                                      <p:to>
                                        <p:strVal val="visible"/>
                                      </p:to>
                                    </p:set>
                                    <p:animEffect filter="blinds(horizontal)" transition="in">
                                      <p:cBhvr additive="repl">
                                        <p:cTn id="187" dur="500"/>
                                        <p:tgtEl>
                                          <p:spTgt spid="2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TextShape 1"/>
          <p:cNvSpPr txBox="1"/>
          <p:nvPr/>
        </p:nvSpPr>
        <p:spPr>
          <a:xfrm>
            <a:off x="285840" y="428400"/>
            <a:ext cx="8572320" cy="1066680"/>
          </a:xfrm>
          <a:prstGeom prst="rect">
            <a:avLst/>
          </a:prstGeom>
          <a:noFill/>
          <a:ln w="0">
            <a:noFill/>
          </a:ln>
        </p:spPr>
        <p:txBody>
          <a:bodyPr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4000" spc="-1" strike="noStrike">
                <a:solidFill>
                  <a:srgbClr val="424456"/>
                </a:solidFill>
                <a:latin typeface="Times New Roman"/>
                <a:ea typeface="Times New Roman"/>
              </a:rPr>
              <a:t>Другие возможные сетевые топологии</a:t>
            </a:r>
            <a:endParaRPr b="0" lang="en-US" sz="4000" spc="-1" strike="noStrike">
              <a:solidFill>
                <a:srgbClr val="424456"/>
              </a:solidFill>
              <a:latin typeface="Trebuchet MS"/>
            </a:endParaRPr>
          </a:p>
        </p:txBody>
      </p:sp>
      <p:sp>
        <p:nvSpPr>
          <p:cNvPr id="242" name="TextShape 2"/>
          <p:cNvSpPr txBox="1"/>
          <p:nvPr/>
        </p:nvSpPr>
        <p:spPr>
          <a:xfrm>
            <a:off x="357120" y="1285560"/>
            <a:ext cx="8229600" cy="1893960"/>
          </a:xfrm>
          <a:prstGeom prst="rect">
            <a:avLst/>
          </a:prstGeom>
          <a:noFill/>
          <a:ln w="0">
            <a:noFill/>
          </a:ln>
        </p:spPr>
        <p:txBody>
          <a:bodyPr>
            <a:normAutofit/>
          </a:bodyPr>
          <a:p>
            <a:pPr marL="365040" indent="-255600">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2800" spc="-1" strike="noStrike">
                <a:solidFill>
                  <a:srgbClr val="000000"/>
                </a:solidFill>
                <a:latin typeface="Times New Roman"/>
                <a:ea typeface="Times New Roman"/>
              </a:rPr>
              <a:t>   </a:t>
            </a:r>
            <a:r>
              <a:rPr b="1" lang="ru-RU" sz="2800" spc="-1" strike="noStrike">
                <a:solidFill>
                  <a:srgbClr val="000000"/>
                </a:solidFill>
                <a:latin typeface="Times New Roman"/>
                <a:ea typeface="Times New Roman"/>
              </a:rPr>
              <a:t>Древовидная топология </a:t>
            </a:r>
            <a:endParaRPr b="0" lang="en-US" sz="2800" spc="-1" strike="noStrike">
              <a:solidFill>
                <a:srgbClr val="000000"/>
              </a:solidFill>
              <a:latin typeface="Georgia"/>
            </a:endParaRPr>
          </a:p>
          <a:p>
            <a:pPr marL="365040" indent="-255600">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a:p>
            <a:pPr marL="365040" indent="-255600">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2800" spc="-1" strike="noStrike">
                <a:solidFill>
                  <a:srgbClr val="000000"/>
                </a:solidFill>
                <a:latin typeface="Times New Roman"/>
                <a:ea typeface="Times New Roman"/>
              </a:rPr>
              <a:t>   </a:t>
            </a:r>
            <a:r>
              <a:rPr b="0" lang="ru-RU" sz="2800" spc="-1" strike="noStrike">
                <a:solidFill>
                  <a:srgbClr val="000000"/>
                </a:solidFill>
                <a:latin typeface="Times New Roman"/>
                <a:ea typeface="Times New Roman"/>
              </a:rPr>
              <a:t>Эту топологию можно рассматривать, как объединение нескольких звезд. </a:t>
            </a:r>
            <a:endParaRPr b="0" lang="en-US" sz="2800" spc="-1" strike="noStrike">
              <a:solidFill>
                <a:srgbClr val="000000"/>
              </a:solidFill>
              <a:latin typeface="Georgia"/>
            </a:endParaRPr>
          </a:p>
        </p:txBody>
      </p:sp>
      <p:pic>
        <p:nvPicPr>
          <p:cNvPr id="243" name="Picture 3" descr=""/>
          <p:cNvPicPr/>
          <p:nvPr/>
        </p:nvPicPr>
        <p:blipFill>
          <a:blip r:embed="rId1"/>
          <a:stretch/>
        </p:blipFill>
        <p:spPr>
          <a:xfrm>
            <a:off x="857160" y="3429000"/>
            <a:ext cx="3103560" cy="2841480"/>
          </a:xfrm>
          <a:prstGeom prst="rect">
            <a:avLst/>
          </a:prstGeom>
          <a:ln w="0">
            <a:noFill/>
          </a:ln>
        </p:spPr>
      </p:pic>
      <p:pic>
        <p:nvPicPr>
          <p:cNvPr id="244" name="Picture 2" descr=""/>
          <p:cNvPicPr/>
          <p:nvPr/>
        </p:nvPicPr>
        <p:blipFill>
          <a:blip r:embed="rId2"/>
          <a:stretch/>
        </p:blipFill>
        <p:spPr>
          <a:xfrm>
            <a:off x="4786200" y="3071880"/>
            <a:ext cx="3776760" cy="3510000"/>
          </a:xfrm>
          <a:prstGeom prst="rect">
            <a:avLst/>
          </a:prstGeom>
          <a:ln w="0">
            <a:noFill/>
          </a:ln>
        </p:spPr>
      </p:pic>
    </p:spTree>
  </p:cSld>
  <mc:AlternateContent>
    <mc:Choice Requires="p14">
      <p:transition spd="slow" p14:dur="2000"/>
    </mc:Choice>
    <mc:Fallback>
      <p:transition spd="slow"/>
    </mc:Fallback>
  </mc:AlternateContent>
  <p:timing>
    <p:tnLst>
      <p:par>
        <p:cTn id="188" dur="indefinite" restart="never" nodeType="tmRoot">
          <p:childTnLst>
            <p:seq>
              <p:cTn id="189" dur="indefinite" nodeType="mainSeq">
                <p:childTnLst>
                  <p:par>
                    <p:cTn id="190" fill="hold">
                      <p:stCondLst>
                        <p:cond delay="indefinite"/>
                      </p:stCondLst>
                      <p:childTnLst>
                        <p:par>
                          <p:cTn id="191" fill="hold">
                            <p:stCondLst>
                              <p:cond delay="0"/>
                            </p:stCondLst>
                            <p:childTnLst>
                              <p:par>
                                <p:cTn id="192" nodeType="clickEffect" fill="hold" presetClass="entr" presetID="3" presetSubtype="10">
                                  <p:stCondLst>
                                    <p:cond delay="0"/>
                                  </p:stCondLst>
                                  <p:childTnLst>
                                    <p:set>
                                      <p:cBhvr>
                                        <p:cTn id="193" dur="1" fill="hold">
                                          <p:stCondLst>
                                            <p:cond delay="0"/>
                                          </p:stCondLst>
                                        </p:cTn>
                                        <p:tgtEl>
                                          <p:spTgt spid="241"/>
                                        </p:tgtEl>
                                        <p:attrNameLst>
                                          <p:attrName>style.visibility</p:attrName>
                                        </p:attrNameLst>
                                      </p:cBhvr>
                                      <p:to>
                                        <p:strVal val="visible"/>
                                      </p:to>
                                    </p:set>
                                    <p:animEffect filter="blinds(horizontal)" transition="in">
                                      <p:cBhvr additive="repl">
                                        <p:cTn id="194" dur="500"/>
                                        <p:tgtEl>
                                          <p:spTgt spid="241"/>
                                        </p:tgtEl>
                                      </p:cBhvr>
                                    </p:animEffect>
                                  </p:childTnLst>
                                </p:cTn>
                              </p:par>
                            </p:childTnLst>
                          </p:cTn>
                        </p:par>
                      </p:childTnLst>
                    </p:cTn>
                  </p:par>
                  <p:par>
                    <p:cTn id="195" fill="hold">
                      <p:stCondLst>
                        <p:cond delay="indefinite"/>
                      </p:stCondLst>
                      <p:childTnLst>
                        <p:par>
                          <p:cTn id="196" fill="hold">
                            <p:stCondLst>
                              <p:cond delay="0"/>
                            </p:stCondLst>
                            <p:childTnLst>
                              <p:par>
                                <p:cTn id="197" nodeType="clickEffect" fill="hold" presetClass="entr" presetID="3" presetSubtype="10">
                                  <p:stCondLst>
                                    <p:cond delay="0"/>
                                  </p:stCondLst>
                                  <p:childTnLst>
                                    <p:set>
                                      <p:cBhvr>
                                        <p:cTn id="198" dur="1" fill="hold">
                                          <p:stCondLst>
                                            <p:cond delay="0"/>
                                          </p:stCondLst>
                                        </p:cTn>
                                        <p:tgtEl>
                                          <p:spTgt spid="242">
                                            <p:txEl>
                                              <p:pRg st="0" end="0"/>
                                            </p:txEl>
                                          </p:spTgt>
                                        </p:tgtEl>
                                        <p:attrNameLst>
                                          <p:attrName>style.visibility</p:attrName>
                                        </p:attrNameLst>
                                      </p:cBhvr>
                                      <p:to>
                                        <p:strVal val="visible"/>
                                      </p:to>
                                    </p:set>
                                    <p:animEffect filter="blinds(horizontal)" transition="in">
                                      <p:cBhvr additive="repl">
                                        <p:cTn id="199" dur="500"/>
                                        <p:tgtEl>
                                          <p:spTgt spid="242">
                                            <p:txEl>
                                              <p:pRg st="0" end="0"/>
                                            </p:txEl>
                                          </p:spTgt>
                                        </p:tgtEl>
                                      </p:cBhvr>
                                    </p:animEffect>
                                  </p:childTnLst>
                                </p:cTn>
                              </p:par>
                            </p:childTnLst>
                          </p:cTn>
                        </p:par>
                      </p:childTnLst>
                    </p:cTn>
                  </p:par>
                  <p:par>
                    <p:cTn id="200" fill="hold">
                      <p:stCondLst>
                        <p:cond delay="indefinite"/>
                      </p:stCondLst>
                      <p:childTnLst>
                        <p:par>
                          <p:cTn id="201" fill="hold">
                            <p:stCondLst>
                              <p:cond delay="0"/>
                            </p:stCondLst>
                            <p:childTnLst>
                              <p:par>
                                <p:cTn id="202" nodeType="clickEffect" fill="hold" presetClass="entr" presetID="3" presetSubtype="10">
                                  <p:stCondLst>
                                    <p:cond delay="0"/>
                                  </p:stCondLst>
                                  <p:childTnLst>
                                    <p:set>
                                      <p:cBhvr>
                                        <p:cTn id="203" dur="1" fill="hold">
                                          <p:stCondLst>
                                            <p:cond delay="0"/>
                                          </p:stCondLst>
                                        </p:cTn>
                                        <p:tgtEl>
                                          <p:spTgt spid="242">
                                            <p:txEl>
                                              <p:pRg st="2" end="2"/>
                                            </p:txEl>
                                          </p:spTgt>
                                        </p:tgtEl>
                                        <p:attrNameLst>
                                          <p:attrName>style.visibility</p:attrName>
                                        </p:attrNameLst>
                                      </p:cBhvr>
                                      <p:to>
                                        <p:strVal val="visible"/>
                                      </p:to>
                                    </p:set>
                                    <p:animEffect filter="blinds(horizontal)" transition="in">
                                      <p:cBhvr additive="repl">
                                        <p:cTn id="204" dur="500"/>
                                        <p:tgtEl>
                                          <p:spTgt spid="242">
                                            <p:txEl>
                                              <p:pRg st="2" end="2"/>
                                            </p:txEl>
                                          </p:spTgt>
                                        </p:tgtEl>
                                      </p:cBhvr>
                                    </p:animEffect>
                                  </p:childTnLst>
                                </p:cTn>
                              </p:par>
                            </p:childTnLst>
                          </p:cTn>
                        </p:par>
                      </p:childTnLst>
                    </p:cTn>
                  </p:par>
                  <p:par>
                    <p:cTn id="205" fill="hold">
                      <p:stCondLst>
                        <p:cond delay="indefinite"/>
                      </p:stCondLst>
                      <p:childTnLst>
                        <p:par>
                          <p:cTn id="206" fill="hold">
                            <p:stCondLst>
                              <p:cond delay="0"/>
                            </p:stCondLst>
                            <p:childTnLst>
                              <p:par>
                                <p:cTn id="207" nodeType="clickEffect" fill="hold" presetClass="entr" presetID="3" presetSubtype="10">
                                  <p:stCondLst>
                                    <p:cond delay="0"/>
                                  </p:stCondLst>
                                  <p:childTnLst>
                                    <p:set>
                                      <p:cBhvr>
                                        <p:cTn id="208" dur="1" fill="hold">
                                          <p:stCondLst>
                                            <p:cond delay="0"/>
                                          </p:stCondLst>
                                        </p:cTn>
                                        <p:tgtEl>
                                          <p:spTgt spid="244"/>
                                        </p:tgtEl>
                                        <p:attrNameLst>
                                          <p:attrName>style.visibility</p:attrName>
                                        </p:attrNameLst>
                                      </p:cBhvr>
                                      <p:to>
                                        <p:strVal val="visible"/>
                                      </p:to>
                                    </p:set>
                                    <p:animEffect filter="blinds(horizontal)" transition="in">
                                      <p:cBhvr additive="repl">
                                        <p:cTn id="209" dur="500"/>
                                        <p:tgtEl>
                                          <p:spTgt spid="244"/>
                                        </p:tgtEl>
                                      </p:cBhvr>
                                    </p:animEffect>
                                  </p:childTnLst>
                                </p:cTn>
                              </p:par>
                              <p:par>
                                <p:cTn id="210" nodeType="withEffect" fill="hold" presetClass="entr" presetID="3" presetSubtype="10">
                                  <p:stCondLst>
                                    <p:cond delay="0"/>
                                  </p:stCondLst>
                                  <p:childTnLst>
                                    <p:set>
                                      <p:cBhvr>
                                        <p:cTn id="211" dur="1" fill="hold">
                                          <p:stCondLst>
                                            <p:cond delay="0"/>
                                          </p:stCondLst>
                                        </p:cTn>
                                        <p:tgtEl>
                                          <p:spTgt spid="243"/>
                                        </p:tgtEl>
                                        <p:attrNameLst>
                                          <p:attrName>style.visibility</p:attrName>
                                        </p:attrNameLst>
                                      </p:cBhvr>
                                      <p:to>
                                        <p:strVal val="visible"/>
                                      </p:to>
                                    </p:set>
                                    <p:animEffect filter="blinds(horizontal)" transition="in">
                                      <p:cBhvr additive="repl">
                                        <p:cTn id="212" dur="500"/>
                                        <p:tgtEl>
                                          <p:spTgt spid="2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TextShape 1"/>
          <p:cNvSpPr txBox="1"/>
          <p:nvPr/>
        </p:nvSpPr>
        <p:spPr>
          <a:xfrm>
            <a:off x="457200" y="785880"/>
            <a:ext cx="8229600" cy="3357360"/>
          </a:xfrm>
          <a:prstGeom prst="rect">
            <a:avLst/>
          </a:prstGeom>
          <a:noFill/>
          <a:ln w="0">
            <a:noFill/>
          </a:ln>
        </p:spPr>
        <p:txBody>
          <a:bodyPr>
            <a:normAutofit/>
          </a:bodyPr>
          <a:p>
            <a:pPr marL="365040" indent="-255600">
              <a:lnSpc>
                <a:spcPct val="9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ru-RU" sz="2600" spc="-1" strike="noStrike">
                <a:solidFill>
                  <a:srgbClr val="000000"/>
                </a:solidFill>
                <a:latin typeface="Times New Roman"/>
                <a:ea typeface="Times New Roman"/>
              </a:rPr>
              <a:t>   </a:t>
            </a:r>
            <a:r>
              <a:rPr b="1" lang="ru-RU" sz="2600" spc="-1" strike="noStrike">
                <a:solidFill>
                  <a:srgbClr val="000000"/>
                </a:solidFill>
                <a:latin typeface="Times New Roman"/>
                <a:ea typeface="Times New Roman"/>
              </a:rPr>
              <a:t>Сетчатая (ячеистая) топология</a:t>
            </a:r>
            <a:endParaRPr b="0" lang="en-US" sz="2600" spc="-1" strike="noStrike">
              <a:solidFill>
                <a:srgbClr val="000000"/>
              </a:solidFill>
              <a:latin typeface="Georgia"/>
            </a:endParaRPr>
          </a:p>
          <a:p>
            <a:pPr marL="365040" indent="-255600">
              <a:lnSpc>
                <a:spcPct val="9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2600" spc="-1" strike="noStrike">
                <a:solidFill>
                  <a:srgbClr val="000000"/>
                </a:solidFill>
                <a:latin typeface="Times New Roman"/>
                <a:ea typeface="Times New Roman"/>
              </a:rPr>
              <a:t>   </a:t>
            </a:r>
            <a:endParaRPr b="0" lang="en-US" sz="2600" spc="-1" strike="noStrike">
              <a:solidFill>
                <a:srgbClr val="000000"/>
              </a:solidFill>
              <a:latin typeface="Georgia"/>
            </a:endParaRPr>
          </a:p>
          <a:p>
            <a:pPr marL="365040" indent="-255600">
              <a:lnSpc>
                <a:spcPct val="9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2600" spc="-1" strike="noStrike">
                <a:solidFill>
                  <a:srgbClr val="000000"/>
                </a:solidFill>
                <a:latin typeface="Times New Roman"/>
                <a:ea typeface="Times New Roman"/>
              </a:rPr>
              <a:t>   </a:t>
            </a:r>
            <a:r>
              <a:rPr b="0" lang="ru-RU" sz="2600" spc="-1" strike="noStrike">
                <a:solidFill>
                  <a:srgbClr val="000000"/>
                </a:solidFill>
                <a:latin typeface="Times New Roman"/>
                <a:ea typeface="Times New Roman"/>
              </a:rPr>
              <a:t>Каждый компьютер сети соединяется со всеми  или многими компьютерами этой же сети. </a:t>
            </a:r>
            <a:endParaRPr b="0" lang="en-US" sz="2600" spc="-1" strike="noStrike">
              <a:solidFill>
                <a:srgbClr val="000000"/>
              </a:solidFill>
              <a:latin typeface="Georgia"/>
            </a:endParaRPr>
          </a:p>
          <a:p>
            <a:pPr marL="365040" indent="-255600">
              <a:lnSpc>
                <a:spcPct val="9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600" spc="-1" strike="noStrike">
              <a:solidFill>
                <a:srgbClr val="000000"/>
              </a:solidFill>
              <a:latin typeface="Georgia"/>
            </a:endParaRPr>
          </a:p>
          <a:p>
            <a:pPr marL="365040" indent="-255600">
              <a:lnSpc>
                <a:spcPct val="9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2600" spc="-1" strike="noStrike">
                <a:solidFill>
                  <a:srgbClr val="000000"/>
                </a:solidFill>
                <a:latin typeface="Times New Roman"/>
                <a:ea typeface="Times New Roman"/>
              </a:rPr>
              <a:t>    </a:t>
            </a:r>
            <a:r>
              <a:rPr b="0" lang="ru-RU" sz="2600" spc="-1" strike="noStrike">
                <a:solidFill>
                  <a:srgbClr val="000000"/>
                </a:solidFill>
                <a:latin typeface="Times New Roman"/>
                <a:ea typeface="Times New Roman"/>
              </a:rPr>
              <a:t>Характеризуется высокой отказоустойчивостью, сложностью настройки и преизбыточным расходом кабеля. </a:t>
            </a:r>
            <a:endParaRPr b="0" lang="en-US" sz="2600" spc="-1" strike="noStrike">
              <a:solidFill>
                <a:srgbClr val="000000"/>
              </a:solidFill>
              <a:latin typeface="Georgia"/>
            </a:endParaRPr>
          </a:p>
        </p:txBody>
      </p:sp>
      <p:pic>
        <p:nvPicPr>
          <p:cNvPr id="246" name="Picture 2" descr=""/>
          <p:cNvPicPr/>
          <p:nvPr/>
        </p:nvPicPr>
        <p:blipFill>
          <a:blip r:embed="rId1"/>
          <a:stretch/>
        </p:blipFill>
        <p:spPr>
          <a:xfrm>
            <a:off x="714240" y="3929040"/>
            <a:ext cx="4524480" cy="2432160"/>
          </a:xfrm>
          <a:prstGeom prst="rect">
            <a:avLst/>
          </a:prstGeom>
          <a:ln w="0">
            <a:noFill/>
          </a:ln>
        </p:spPr>
      </p:pic>
      <p:pic>
        <p:nvPicPr>
          <p:cNvPr id="247" name="Picture 2" descr=""/>
          <p:cNvPicPr/>
          <p:nvPr/>
        </p:nvPicPr>
        <p:blipFill>
          <a:blip r:embed="rId2"/>
          <a:stretch/>
        </p:blipFill>
        <p:spPr>
          <a:xfrm>
            <a:off x="5715000" y="3857760"/>
            <a:ext cx="2752560" cy="2523960"/>
          </a:xfrm>
          <a:prstGeom prst="rect">
            <a:avLst/>
          </a:prstGeom>
          <a:ln w="0">
            <a:noFill/>
          </a:ln>
        </p:spPr>
      </p:pic>
    </p:spTree>
  </p:cSld>
  <mc:AlternateContent>
    <mc:Choice Requires="p14">
      <p:transition spd="slow" p14:dur="2000"/>
    </mc:Choice>
    <mc:Fallback>
      <p:transition spd="slow"/>
    </mc:Fallback>
  </mc:AlternateContent>
  <p:timing>
    <p:tnLst>
      <p:par>
        <p:cTn id="213" dur="indefinite" restart="never" nodeType="tmRoot">
          <p:childTnLst>
            <p:seq>
              <p:cTn id="214" dur="indefinite" nodeType="mainSeq">
                <p:childTnLst>
                  <p:par>
                    <p:cTn id="215" fill="hold">
                      <p:stCondLst>
                        <p:cond delay="indefinite"/>
                      </p:stCondLst>
                      <p:childTnLst>
                        <p:par>
                          <p:cTn id="216" fill="hold">
                            <p:stCondLst>
                              <p:cond delay="0"/>
                            </p:stCondLst>
                            <p:childTnLst>
                              <p:par>
                                <p:cTn id="217" nodeType="clickEffect" fill="hold" presetClass="entr" presetID="3" presetSubtype="10">
                                  <p:stCondLst>
                                    <p:cond delay="0"/>
                                  </p:stCondLst>
                                  <p:childTnLst>
                                    <p:set>
                                      <p:cBhvr>
                                        <p:cTn id="218" dur="1" fill="hold">
                                          <p:stCondLst>
                                            <p:cond delay="0"/>
                                          </p:stCondLst>
                                        </p:cTn>
                                        <p:tgtEl>
                                          <p:spTgt spid="245">
                                            <p:txEl>
                                              <p:pRg st="0" end="0"/>
                                            </p:txEl>
                                          </p:spTgt>
                                        </p:tgtEl>
                                        <p:attrNameLst>
                                          <p:attrName>style.visibility</p:attrName>
                                        </p:attrNameLst>
                                      </p:cBhvr>
                                      <p:to>
                                        <p:strVal val="visible"/>
                                      </p:to>
                                    </p:set>
                                    <p:animEffect filter="blinds(horizontal)" transition="in">
                                      <p:cBhvr additive="repl">
                                        <p:cTn id="219" dur="500"/>
                                        <p:tgtEl>
                                          <p:spTgt spid="245">
                                            <p:txEl>
                                              <p:pRg st="0" end="0"/>
                                            </p:txEl>
                                          </p:spTgt>
                                        </p:tgtEl>
                                      </p:cBhvr>
                                    </p:animEffect>
                                  </p:childTnLst>
                                </p:cTn>
                              </p:par>
                            </p:childTnLst>
                          </p:cTn>
                        </p:par>
                      </p:childTnLst>
                    </p:cTn>
                  </p:par>
                  <p:par>
                    <p:cTn id="220" fill="hold">
                      <p:stCondLst>
                        <p:cond delay="indefinite"/>
                      </p:stCondLst>
                      <p:childTnLst>
                        <p:par>
                          <p:cTn id="221" fill="hold">
                            <p:stCondLst>
                              <p:cond delay="0"/>
                            </p:stCondLst>
                            <p:childTnLst>
                              <p:par>
                                <p:cTn id="222" nodeType="clickEffect" fill="hold" presetClass="entr" presetID="3" presetSubtype="10">
                                  <p:stCondLst>
                                    <p:cond delay="0"/>
                                  </p:stCondLst>
                                  <p:childTnLst>
                                    <p:set>
                                      <p:cBhvr>
                                        <p:cTn id="223" dur="1" fill="hold">
                                          <p:stCondLst>
                                            <p:cond delay="0"/>
                                          </p:stCondLst>
                                        </p:cTn>
                                        <p:tgtEl>
                                          <p:spTgt spid="245">
                                            <p:txEl>
                                              <p:pRg st="1" end="1"/>
                                            </p:txEl>
                                          </p:spTgt>
                                        </p:tgtEl>
                                        <p:attrNameLst>
                                          <p:attrName>style.visibility</p:attrName>
                                        </p:attrNameLst>
                                      </p:cBhvr>
                                      <p:to>
                                        <p:strVal val="visible"/>
                                      </p:to>
                                    </p:set>
                                    <p:animEffect filter="blinds(horizontal)" transition="in">
                                      <p:cBhvr additive="repl">
                                        <p:cTn id="224" dur="500"/>
                                        <p:tgtEl>
                                          <p:spTgt spid="245">
                                            <p:txEl>
                                              <p:pRg st="1" end="1"/>
                                            </p:txEl>
                                          </p:spTgt>
                                        </p:tgtEl>
                                      </p:cBhvr>
                                    </p:animEffect>
                                  </p:childTnLst>
                                </p:cTn>
                              </p:par>
                            </p:childTnLst>
                          </p:cTn>
                        </p:par>
                      </p:childTnLst>
                    </p:cTn>
                  </p:par>
                  <p:par>
                    <p:cTn id="225" fill="hold">
                      <p:stCondLst>
                        <p:cond delay="indefinite"/>
                      </p:stCondLst>
                      <p:childTnLst>
                        <p:par>
                          <p:cTn id="226" fill="hold">
                            <p:stCondLst>
                              <p:cond delay="0"/>
                            </p:stCondLst>
                            <p:childTnLst>
                              <p:par>
                                <p:cTn id="227" nodeType="clickEffect" fill="hold" presetClass="entr" presetID="3" presetSubtype="10">
                                  <p:stCondLst>
                                    <p:cond delay="0"/>
                                  </p:stCondLst>
                                  <p:childTnLst>
                                    <p:set>
                                      <p:cBhvr>
                                        <p:cTn id="228" dur="1" fill="hold">
                                          <p:stCondLst>
                                            <p:cond delay="0"/>
                                          </p:stCondLst>
                                        </p:cTn>
                                        <p:tgtEl>
                                          <p:spTgt spid="245">
                                            <p:txEl>
                                              <p:pRg st="2" end="2"/>
                                            </p:txEl>
                                          </p:spTgt>
                                        </p:tgtEl>
                                        <p:attrNameLst>
                                          <p:attrName>style.visibility</p:attrName>
                                        </p:attrNameLst>
                                      </p:cBhvr>
                                      <p:to>
                                        <p:strVal val="visible"/>
                                      </p:to>
                                    </p:set>
                                    <p:animEffect filter="blinds(horizontal)" transition="in">
                                      <p:cBhvr additive="repl">
                                        <p:cTn id="229" dur="500"/>
                                        <p:tgtEl>
                                          <p:spTgt spid="245">
                                            <p:txEl>
                                              <p:pRg st="2" end="2"/>
                                            </p:txEl>
                                          </p:spTgt>
                                        </p:tgtEl>
                                      </p:cBhvr>
                                    </p:animEffect>
                                  </p:childTnLst>
                                </p:cTn>
                              </p:par>
                            </p:childTnLst>
                          </p:cTn>
                        </p:par>
                      </p:childTnLst>
                    </p:cTn>
                  </p:par>
                  <p:par>
                    <p:cTn id="230" fill="hold">
                      <p:stCondLst>
                        <p:cond delay="indefinite"/>
                      </p:stCondLst>
                      <p:childTnLst>
                        <p:par>
                          <p:cTn id="231" fill="hold">
                            <p:stCondLst>
                              <p:cond delay="0"/>
                            </p:stCondLst>
                            <p:childTnLst>
                              <p:par>
                                <p:cTn id="232" nodeType="clickEffect" fill="hold" presetClass="entr" presetID="3" presetSubtype="10">
                                  <p:stCondLst>
                                    <p:cond delay="0"/>
                                  </p:stCondLst>
                                  <p:childTnLst>
                                    <p:set>
                                      <p:cBhvr>
                                        <p:cTn id="233" dur="1" fill="hold">
                                          <p:stCondLst>
                                            <p:cond delay="0"/>
                                          </p:stCondLst>
                                        </p:cTn>
                                        <p:tgtEl>
                                          <p:spTgt spid="245">
                                            <p:txEl>
                                              <p:pRg st="4" end="4"/>
                                            </p:txEl>
                                          </p:spTgt>
                                        </p:tgtEl>
                                        <p:attrNameLst>
                                          <p:attrName>style.visibility</p:attrName>
                                        </p:attrNameLst>
                                      </p:cBhvr>
                                      <p:to>
                                        <p:strVal val="visible"/>
                                      </p:to>
                                    </p:set>
                                    <p:animEffect filter="blinds(horizontal)" transition="in">
                                      <p:cBhvr additive="repl">
                                        <p:cTn id="234" dur="500"/>
                                        <p:tgtEl>
                                          <p:spTgt spid="245">
                                            <p:txEl>
                                              <p:pRg st="4" end="4"/>
                                            </p:txEl>
                                          </p:spTgt>
                                        </p:tgtEl>
                                      </p:cBhvr>
                                    </p:animEffect>
                                  </p:childTnLst>
                                </p:cTn>
                              </p:par>
                            </p:childTnLst>
                          </p:cTn>
                        </p:par>
                      </p:childTnLst>
                    </p:cTn>
                  </p:par>
                  <p:par>
                    <p:cTn id="235" fill="hold">
                      <p:stCondLst>
                        <p:cond delay="indefinite"/>
                      </p:stCondLst>
                      <p:childTnLst>
                        <p:par>
                          <p:cTn id="236" fill="hold">
                            <p:stCondLst>
                              <p:cond delay="0"/>
                            </p:stCondLst>
                            <p:childTnLst>
                              <p:par>
                                <p:cTn id="237" nodeType="clickEffect" fill="hold" presetClass="entr" presetID="3" presetSubtype="10">
                                  <p:stCondLst>
                                    <p:cond delay="0"/>
                                  </p:stCondLst>
                                  <p:childTnLst>
                                    <p:set>
                                      <p:cBhvr>
                                        <p:cTn id="238" dur="1" fill="hold">
                                          <p:stCondLst>
                                            <p:cond delay="0"/>
                                          </p:stCondLst>
                                        </p:cTn>
                                        <p:tgtEl>
                                          <p:spTgt spid="247"/>
                                        </p:tgtEl>
                                        <p:attrNameLst>
                                          <p:attrName>style.visibility</p:attrName>
                                        </p:attrNameLst>
                                      </p:cBhvr>
                                      <p:to>
                                        <p:strVal val="visible"/>
                                      </p:to>
                                    </p:set>
                                    <p:animEffect filter="blinds(horizontal)" transition="in">
                                      <p:cBhvr additive="repl">
                                        <p:cTn id="239" dur="500"/>
                                        <p:tgtEl>
                                          <p:spTgt spid="247"/>
                                        </p:tgtEl>
                                      </p:cBhvr>
                                    </p:animEffect>
                                  </p:childTnLst>
                                </p:cTn>
                              </p:par>
                              <p:par>
                                <p:cTn id="240" nodeType="withEffect" fill="hold" presetClass="entr" presetID="3" presetSubtype="10">
                                  <p:stCondLst>
                                    <p:cond delay="0"/>
                                  </p:stCondLst>
                                  <p:childTnLst>
                                    <p:set>
                                      <p:cBhvr>
                                        <p:cTn id="241" dur="1" fill="hold">
                                          <p:stCondLst>
                                            <p:cond delay="0"/>
                                          </p:stCondLst>
                                        </p:cTn>
                                        <p:tgtEl>
                                          <p:spTgt spid="246"/>
                                        </p:tgtEl>
                                        <p:attrNameLst>
                                          <p:attrName>style.visibility</p:attrName>
                                        </p:attrNameLst>
                                      </p:cBhvr>
                                      <p:to>
                                        <p:strVal val="visible"/>
                                      </p:to>
                                    </p:set>
                                    <p:animEffect filter="blinds(horizontal)" transition="in">
                                      <p:cBhvr additive="repl">
                                        <p:cTn id="242" dur="500"/>
                                        <p:tgtEl>
                                          <p:spTgt spid="2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TextShape 1"/>
          <p:cNvSpPr txBox="1"/>
          <p:nvPr/>
        </p:nvSpPr>
        <p:spPr>
          <a:xfrm>
            <a:off x="457200" y="713880"/>
            <a:ext cx="8229600" cy="5859720"/>
          </a:xfrm>
          <a:prstGeom prst="rect">
            <a:avLst/>
          </a:prstGeom>
          <a:noFill/>
          <a:ln w="0">
            <a:noFill/>
          </a:ln>
        </p:spPr>
        <p:txBody>
          <a:bodyPr>
            <a:normAutofit/>
          </a:bodyPr>
          <a:p>
            <a:pPr marL="365040" indent="-255600">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ru-RU" sz="2800" spc="-1" strike="noStrike">
                <a:solidFill>
                  <a:srgbClr val="000000"/>
                </a:solidFill>
                <a:latin typeface="Georgia"/>
              </a:rPr>
              <a:t>   </a:t>
            </a:r>
            <a:r>
              <a:rPr b="1" lang="ru-RU" sz="2800" spc="-1" strike="noStrike">
                <a:solidFill>
                  <a:srgbClr val="000000"/>
                </a:solidFill>
                <a:latin typeface="Georgia"/>
              </a:rPr>
              <a:t>Двойное кольцо</a:t>
            </a:r>
            <a:r>
              <a:rPr b="0" lang="ru-RU" sz="2800" spc="-1" strike="noStrike">
                <a:solidFill>
                  <a:srgbClr val="000000"/>
                </a:solidFill>
                <a:latin typeface="Georgia"/>
              </a:rPr>
              <a:t> — это сеть построенная на двух кольцах, соединяющих компьютеры с двумя </a:t>
            </a:r>
            <a:r>
              <a:rPr b="0" lang="ru-RU" sz="2800" spc="-1" strike="noStrike">
                <a:solidFill>
                  <a:srgbClr val="000000"/>
                </a:solidFill>
                <a:latin typeface="Times New Roman"/>
                <a:ea typeface="Times New Roman"/>
              </a:rPr>
              <a:t>сетевыми</a:t>
            </a:r>
            <a:r>
              <a:rPr b="0" lang="ru-RU" sz="2800" spc="-1" strike="noStrike">
                <a:solidFill>
                  <a:srgbClr val="000000"/>
                </a:solidFill>
                <a:latin typeface="Georgia"/>
              </a:rPr>
              <a:t> картами кольцевой топологией. </a:t>
            </a:r>
            <a:endParaRPr b="0" lang="en-US" sz="2800" spc="-1" strike="noStrike">
              <a:solidFill>
                <a:srgbClr val="000000"/>
              </a:solidFill>
              <a:latin typeface="Georgia"/>
            </a:endParaRPr>
          </a:p>
          <a:p>
            <a:pPr marL="365040" indent="-255600">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a:p>
            <a:pPr marL="365040" indent="-255600">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2800" spc="-1" strike="noStrike">
                <a:solidFill>
                  <a:srgbClr val="000000"/>
                </a:solidFill>
                <a:latin typeface="Georgia"/>
              </a:rPr>
              <a:t>   </a:t>
            </a:r>
            <a:endParaRPr b="0" lang="en-US" sz="2800" spc="-1" strike="noStrike">
              <a:solidFill>
                <a:srgbClr val="000000"/>
              </a:solidFill>
              <a:latin typeface="Georgia"/>
            </a:endParaRPr>
          </a:p>
        </p:txBody>
      </p:sp>
      <p:pic>
        <p:nvPicPr>
          <p:cNvPr id="249" name="Picture 3" descr=""/>
          <p:cNvPicPr/>
          <p:nvPr/>
        </p:nvPicPr>
        <p:blipFill>
          <a:blip r:embed="rId1"/>
          <a:stretch/>
        </p:blipFill>
        <p:spPr>
          <a:xfrm>
            <a:off x="1571760" y="2500200"/>
            <a:ext cx="5429160" cy="4105440"/>
          </a:xfrm>
          <a:prstGeom prst="rect">
            <a:avLst/>
          </a:prstGeom>
          <a:ln w="0">
            <a:noFill/>
          </a:ln>
        </p:spPr>
      </p:pic>
    </p:spTree>
  </p:cSld>
  <mc:AlternateContent>
    <mc:Choice Requires="p14">
      <p:transition spd="slow" p14:dur="2000"/>
    </mc:Choice>
    <mc:Fallback>
      <p:transition spd="slow"/>
    </mc:Fallback>
  </mc:AlternateContent>
  <p:timing>
    <p:tnLst>
      <p:par>
        <p:cTn id="243" dur="indefinite" restart="never" nodeType="tmRoot">
          <p:childTnLst>
            <p:seq>
              <p:cTn id="244" dur="indefinite" nodeType="mainSeq">
                <p:childTnLst>
                  <p:par>
                    <p:cTn id="245" fill="hold">
                      <p:stCondLst>
                        <p:cond delay="indefinite"/>
                      </p:stCondLst>
                      <p:childTnLst>
                        <p:par>
                          <p:cTn id="246" fill="hold">
                            <p:stCondLst>
                              <p:cond delay="0"/>
                            </p:stCondLst>
                            <p:childTnLst>
                              <p:par>
                                <p:cTn id="247" nodeType="clickEffect" fill="hold" presetClass="entr" presetID="3" presetSubtype="10">
                                  <p:stCondLst>
                                    <p:cond delay="0"/>
                                  </p:stCondLst>
                                  <p:childTnLst>
                                    <p:set>
                                      <p:cBhvr>
                                        <p:cTn id="248" dur="1" fill="hold">
                                          <p:stCondLst>
                                            <p:cond delay="0"/>
                                          </p:stCondLst>
                                        </p:cTn>
                                        <p:tgtEl>
                                          <p:spTgt spid="248">
                                            <p:txEl>
                                              <p:pRg st="0" end="0"/>
                                            </p:txEl>
                                          </p:spTgt>
                                        </p:tgtEl>
                                        <p:attrNameLst>
                                          <p:attrName>style.visibility</p:attrName>
                                        </p:attrNameLst>
                                      </p:cBhvr>
                                      <p:to>
                                        <p:strVal val="visible"/>
                                      </p:to>
                                    </p:set>
                                    <p:animEffect filter="blinds(horizontal)" transition="in">
                                      <p:cBhvr additive="repl">
                                        <p:cTn id="249" dur="500"/>
                                        <p:tgtEl>
                                          <p:spTgt spid="248">
                                            <p:txEl>
                                              <p:pRg st="0" end="0"/>
                                            </p:txEl>
                                          </p:spTgt>
                                        </p:tgtEl>
                                      </p:cBhvr>
                                    </p:animEffect>
                                  </p:childTnLst>
                                </p:cTn>
                              </p:par>
                            </p:childTnLst>
                          </p:cTn>
                        </p:par>
                      </p:childTnLst>
                    </p:cTn>
                  </p:par>
                  <p:par>
                    <p:cTn id="250" fill="hold">
                      <p:stCondLst>
                        <p:cond delay="indefinite"/>
                      </p:stCondLst>
                      <p:childTnLst>
                        <p:par>
                          <p:cTn id="251" fill="hold">
                            <p:stCondLst>
                              <p:cond delay="0"/>
                            </p:stCondLst>
                            <p:childTnLst>
                              <p:par>
                                <p:cTn id="252" nodeType="clickEffect" fill="hold" presetClass="entr" presetID="3" presetSubtype="10">
                                  <p:stCondLst>
                                    <p:cond delay="0"/>
                                  </p:stCondLst>
                                  <p:childTnLst>
                                    <p:set>
                                      <p:cBhvr>
                                        <p:cTn id="253" dur="1" fill="hold">
                                          <p:stCondLst>
                                            <p:cond delay="0"/>
                                          </p:stCondLst>
                                        </p:cTn>
                                        <p:tgtEl>
                                          <p:spTgt spid="248">
                                            <p:txEl>
                                              <p:pRg st="2" end="2"/>
                                            </p:txEl>
                                          </p:spTgt>
                                        </p:tgtEl>
                                        <p:attrNameLst>
                                          <p:attrName>style.visibility</p:attrName>
                                        </p:attrNameLst>
                                      </p:cBhvr>
                                      <p:to>
                                        <p:strVal val="visible"/>
                                      </p:to>
                                    </p:set>
                                    <p:animEffect filter="blinds(horizontal)" transition="in">
                                      <p:cBhvr additive="repl">
                                        <p:cTn id="254" dur="500"/>
                                        <p:tgtEl>
                                          <p:spTgt spid="248">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TextShape 1"/>
          <p:cNvSpPr txBox="1"/>
          <p:nvPr/>
        </p:nvSpPr>
        <p:spPr>
          <a:xfrm>
            <a:off x="500040" y="428400"/>
            <a:ext cx="8229600" cy="1066680"/>
          </a:xfrm>
          <a:prstGeom prst="rect">
            <a:avLst/>
          </a:prstGeom>
          <a:noFill/>
          <a:ln w="0">
            <a:noFill/>
          </a:ln>
        </p:spPr>
        <p:txBody>
          <a:bodyPr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4000" spc="-1" strike="noStrike">
                <a:solidFill>
                  <a:srgbClr val="424456"/>
                </a:solidFill>
                <a:latin typeface="Times New Roman"/>
                <a:ea typeface="Times New Roman"/>
              </a:rPr>
              <a:t>Смешанная топология</a:t>
            </a:r>
            <a:endParaRPr b="0" lang="en-US" sz="4000" spc="-1" strike="noStrike">
              <a:solidFill>
                <a:srgbClr val="424456"/>
              </a:solidFill>
              <a:latin typeface="Trebuchet MS"/>
            </a:endParaRPr>
          </a:p>
        </p:txBody>
      </p:sp>
      <p:sp>
        <p:nvSpPr>
          <p:cNvPr id="251" name="TextShape 2"/>
          <p:cNvSpPr txBox="1"/>
          <p:nvPr/>
        </p:nvSpPr>
        <p:spPr>
          <a:xfrm>
            <a:off x="0" y="1357200"/>
            <a:ext cx="8858160" cy="2214720"/>
          </a:xfrm>
          <a:prstGeom prst="rect">
            <a:avLst/>
          </a:prstGeom>
          <a:noFill/>
          <a:ln w="0">
            <a:noFill/>
          </a:ln>
        </p:spPr>
        <p:txBody>
          <a:bodyPr>
            <a:normAutofit/>
          </a:bodyPr>
          <a:p>
            <a:pPr marL="365040" indent="-255600">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2800" spc="-1" strike="noStrike">
                <a:solidFill>
                  <a:srgbClr val="000000"/>
                </a:solidFill>
                <a:latin typeface="Times New Roman"/>
                <a:ea typeface="Times New Roman"/>
              </a:rPr>
              <a:t>   </a:t>
            </a:r>
            <a:r>
              <a:rPr b="0" lang="ru-RU" sz="2800" spc="-1" strike="noStrike">
                <a:solidFill>
                  <a:srgbClr val="000000"/>
                </a:solidFill>
                <a:latin typeface="Times New Roman"/>
                <a:ea typeface="Times New Roman"/>
              </a:rPr>
              <a:t>В таких сетях можно выделить отдельные фрагменты (подсети), имеющие базовую топологию, поэтому их называют сетями со смешанной топологией. </a:t>
            </a:r>
            <a:endParaRPr b="0" lang="en-US" sz="2800" spc="-1" strike="noStrike">
              <a:solidFill>
                <a:srgbClr val="000000"/>
              </a:solidFill>
              <a:latin typeface="Georgia"/>
            </a:endParaRPr>
          </a:p>
          <a:p>
            <a:pPr marL="365040" indent="-255600">
              <a:lnSpc>
                <a:spcPct val="100000"/>
              </a:lnSpc>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p:txBody>
      </p:sp>
      <p:pic>
        <p:nvPicPr>
          <p:cNvPr id="252" name="Picture 2" descr=""/>
          <p:cNvPicPr/>
          <p:nvPr/>
        </p:nvPicPr>
        <p:blipFill>
          <a:blip r:embed="rId1"/>
          <a:stretch/>
        </p:blipFill>
        <p:spPr>
          <a:xfrm>
            <a:off x="2119320" y="3357720"/>
            <a:ext cx="5024520" cy="3058920"/>
          </a:xfrm>
          <a:prstGeom prst="rect">
            <a:avLst/>
          </a:prstGeom>
          <a:ln w="0">
            <a:noFill/>
          </a:ln>
        </p:spPr>
      </p:pic>
    </p:spTree>
  </p:cSld>
  <mc:AlternateContent>
    <mc:Choice Requires="p14">
      <p:transition spd="slow" p14:dur="2000"/>
    </mc:Choice>
    <mc:Fallback>
      <p:transition spd="slow"/>
    </mc:Fallback>
  </mc:AlternateContent>
  <p:timing>
    <p:tnLst>
      <p:par>
        <p:cTn id="255" dur="indefinite" restart="never" nodeType="tmRoot">
          <p:childTnLst>
            <p:seq>
              <p:cTn id="256" dur="indefinite" nodeType="mainSeq">
                <p:childTnLst>
                  <p:par>
                    <p:cTn id="257" fill="hold">
                      <p:stCondLst>
                        <p:cond delay="indefinite"/>
                      </p:stCondLst>
                      <p:childTnLst>
                        <p:par>
                          <p:cTn id="258" fill="hold">
                            <p:stCondLst>
                              <p:cond delay="0"/>
                            </p:stCondLst>
                            <p:childTnLst>
                              <p:par>
                                <p:cTn id="259" nodeType="clickEffect" fill="hold" presetClass="entr" presetID="3" presetSubtype="10">
                                  <p:stCondLst>
                                    <p:cond delay="0"/>
                                  </p:stCondLst>
                                  <p:childTnLst>
                                    <p:set>
                                      <p:cBhvr>
                                        <p:cTn id="260" dur="1" fill="hold">
                                          <p:stCondLst>
                                            <p:cond delay="0"/>
                                          </p:stCondLst>
                                        </p:cTn>
                                        <p:tgtEl>
                                          <p:spTgt spid="250"/>
                                        </p:tgtEl>
                                        <p:attrNameLst>
                                          <p:attrName>style.visibility</p:attrName>
                                        </p:attrNameLst>
                                      </p:cBhvr>
                                      <p:to>
                                        <p:strVal val="visible"/>
                                      </p:to>
                                    </p:set>
                                    <p:animEffect filter="blinds(horizontal)" transition="in">
                                      <p:cBhvr additive="repl">
                                        <p:cTn id="261" dur="500"/>
                                        <p:tgtEl>
                                          <p:spTgt spid="250"/>
                                        </p:tgtEl>
                                      </p:cBhvr>
                                    </p:animEffect>
                                  </p:childTnLst>
                                </p:cTn>
                              </p:par>
                            </p:childTnLst>
                          </p:cTn>
                        </p:par>
                      </p:childTnLst>
                    </p:cTn>
                  </p:par>
                  <p:par>
                    <p:cTn id="262" fill="hold">
                      <p:stCondLst>
                        <p:cond delay="indefinite"/>
                      </p:stCondLst>
                      <p:childTnLst>
                        <p:par>
                          <p:cTn id="263" fill="hold">
                            <p:stCondLst>
                              <p:cond delay="0"/>
                            </p:stCondLst>
                            <p:childTnLst>
                              <p:par>
                                <p:cTn id="264" nodeType="clickEffect" fill="hold" presetClass="entr" presetID="3" presetSubtype="10">
                                  <p:stCondLst>
                                    <p:cond delay="0"/>
                                  </p:stCondLst>
                                  <p:childTnLst>
                                    <p:set>
                                      <p:cBhvr>
                                        <p:cTn id="265" dur="1" fill="hold">
                                          <p:stCondLst>
                                            <p:cond delay="0"/>
                                          </p:stCondLst>
                                        </p:cTn>
                                        <p:tgtEl>
                                          <p:spTgt spid="251">
                                            <p:txEl>
                                              <p:pRg st="0" end="0"/>
                                            </p:txEl>
                                          </p:spTgt>
                                        </p:tgtEl>
                                        <p:attrNameLst>
                                          <p:attrName>style.visibility</p:attrName>
                                        </p:attrNameLst>
                                      </p:cBhvr>
                                      <p:to>
                                        <p:strVal val="visible"/>
                                      </p:to>
                                    </p:set>
                                    <p:animEffect filter="blinds(horizontal)" transition="in">
                                      <p:cBhvr additive="repl">
                                        <p:cTn id="266" dur="500"/>
                                        <p:tgtEl>
                                          <p:spTgt spid="251">
                                            <p:txEl>
                                              <p:pRg st="0" end="0"/>
                                            </p:txEl>
                                          </p:spTgt>
                                        </p:tgtEl>
                                      </p:cBhvr>
                                    </p:animEffect>
                                  </p:childTnLst>
                                </p:cTn>
                              </p:par>
                            </p:childTnLst>
                          </p:cTn>
                        </p:par>
                      </p:childTnLst>
                    </p:cTn>
                  </p:par>
                  <p:par>
                    <p:cTn id="267" fill="hold">
                      <p:stCondLst>
                        <p:cond delay="indefinite"/>
                      </p:stCondLst>
                      <p:childTnLst>
                        <p:par>
                          <p:cTn id="268" fill="hold">
                            <p:stCondLst>
                              <p:cond delay="0"/>
                            </p:stCondLst>
                            <p:childTnLst>
                              <p:par>
                                <p:cTn id="269" nodeType="clickEffect" fill="hold" presetClass="entr" presetID="3" presetSubtype="10">
                                  <p:stCondLst>
                                    <p:cond delay="0"/>
                                  </p:stCondLst>
                                  <p:childTnLst>
                                    <p:set>
                                      <p:cBhvr>
                                        <p:cTn id="270" dur="1" fill="hold">
                                          <p:stCondLst>
                                            <p:cond delay="0"/>
                                          </p:stCondLst>
                                        </p:cTn>
                                        <p:tgtEl>
                                          <p:spTgt spid="252"/>
                                        </p:tgtEl>
                                        <p:attrNameLst>
                                          <p:attrName>style.visibility</p:attrName>
                                        </p:attrNameLst>
                                      </p:cBhvr>
                                      <p:to>
                                        <p:strVal val="visible"/>
                                      </p:to>
                                    </p:set>
                                    <p:animEffect filter="blinds(horizontal)" transition="in">
                                      <p:cBhvr additive="repl">
                                        <p:cTn id="271" dur="500"/>
                                        <p:tgtEl>
                                          <p:spTgt spid="2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TextShape 1"/>
          <p:cNvSpPr txBox="1"/>
          <p:nvPr/>
        </p:nvSpPr>
        <p:spPr>
          <a:xfrm>
            <a:off x="539640" y="765000"/>
            <a:ext cx="8229600" cy="1067040"/>
          </a:xfrm>
          <a:prstGeom prst="rect">
            <a:avLst/>
          </a:prstGeom>
          <a:noFill/>
          <a:ln w="0">
            <a:noFill/>
          </a:ln>
        </p:spPr>
        <p:txBody>
          <a:bodyPr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4000" spc="-1" strike="noStrike">
                <a:solidFill>
                  <a:srgbClr val="424456"/>
                </a:solidFill>
                <a:latin typeface="Trebuchet MS"/>
              </a:rPr>
              <a:t>Настройка сети</a:t>
            </a:r>
            <a:endParaRPr b="0" lang="en-US" sz="4000" spc="-1" strike="noStrike">
              <a:solidFill>
                <a:srgbClr val="424456"/>
              </a:solidFill>
              <a:latin typeface="Trebuchet MS"/>
            </a:endParaRPr>
          </a:p>
        </p:txBody>
      </p:sp>
      <p:sp>
        <p:nvSpPr>
          <p:cNvPr id="254" name="TextShape 2"/>
          <p:cNvSpPr txBox="1"/>
          <p:nvPr/>
        </p:nvSpPr>
        <p:spPr>
          <a:xfrm>
            <a:off x="457200" y="1916280"/>
            <a:ext cx="8229600" cy="4657680"/>
          </a:xfrm>
          <a:prstGeom prst="rect">
            <a:avLst/>
          </a:prstGeom>
          <a:noFill/>
          <a:ln w="0">
            <a:noFill/>
          </a:ln>
        </p:spPr>
        <p:txBody>
          <a:bodyPr>
            <a:normAutofit/>
          </a:bodyPr>
          <a:p>
            <a:pPr marL="365040" indent="-255600">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2800" spc="-1" strike="noStrike">
                <a:solidFill>
                  <a:srgbClr val="000000"/>
                </a:solidFill>
                <a:latin typeface="Georgia"/>
              </a:rPr>
              <a:t>	</a:t>
            </a:r>
            <a:r>
              <a:rPr b="0" lang="ru-RU" sz="2800" spc="-1" strike="noStrike">
                <a:solidFill>
                  <a:srgbClr val="000000"/>
                </a:solidFill>
                <a:latin typeface="Georgia"/>
              </a:rPr>
              <a:t>	</a:t>
            </a:r>
            <a:r>
              <a:rPr b="0" lang="ru-RU" sz="2800" spc="-1" strike="noStrike">
                <a:solidFill>
                  <a:srgbClr val="000000"/>
                </a:solidFill>
                <a:latin typeface="Georgia"/>
              </a:rPr>
              <a:t>Важным элементом при настройки сети является настройка </a:t>
            </a:r>
            <a:r>
              <a:rPr b="0" lang="en-US" sz="2800" spc="-1" strike="noStrike">
                <a:solidFill>
                  <a:srgbClr val="000000"/>
                </a:solidFill>
                <a:latin typeface="Georgia"/>
              </a:rPr>
              <a:t>ip</a:t>
            </a:r>
            <a:r>
              <a:rPr b="0" lang="ru-RU" sz="2800" spc="-1" strike="noStrike">
                <a:solidFill>
                  <a:srgbClr val="000000"/>
                </a:solidFill>
                <a:latin typeface="Georgia"/>
              </a:rPr>
              <a:t>-адреса.</a:t>
            </a:r>
            <a:endParaRPr b="0" lang="en-US" sz="2800" spc="-1" strike="noStrike">
              <a:solidFill>
                <a:srgbClr val="000000"/>
              </a:solidFill>
              <a:latin typeface="Georgia"/>
            </a:endParaRPr>
          </a:p>
          <a:p>
            <a:pPr marL="365040" indent="-255600" algn="just">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ru-RU" sz="2800" spc="-1" strike="noStrike">
                <a:solidFill>
                  <a:srgbClr val="000000"/>
                </a:solidFill>
                <a:latin typeface="Georgia"/>
              </a:rPr>
              <a:t>	</a:t>
            </a:r>
            <a:r>
              <a:rPr b="1" lang="ru-RU" sz="2800" spc="-1" strike="noStrike">
                <a:solidFill>
                  <a:srgbClr val="000000"/>
                </a:solidFill>
                <a:latin typeface="Georgia"/>
              </a:rPr>
              <a:t>	</a:t>
            </a:r>
            <a:r>
              <a:rPr b="1" lang="ru-RU" sz="2800" spc="-1" strike="noStrike">
                <a:solidFill>
                  <a:srgbClr val="000000"/>
                </a:solidFill>
                <a:latin typeface="Georgia"/>
              </a:rPr>
              <a:t>IP-адрес</a:t>
            </a:r>
            <a:r>
              <a:rPr b="0" lang="ru-RU" sz="2800" spc="-1" strike="noStrike">
                <a:solidFill>
                  <a:srgbClr val="000000"/>
                </a:solidFill>
                <a:latin typeface="Georgia"/>
              </a:rPr>
              <a:t> (</a:t>
            </a:r>
            <a:r>
              <a:rPr b="1" lang="ru-RU" sz="2800" spc="-1" strike="noStrike">
                <a:solidFill>
                  <a:srgbClr val="000000"/>
                </a:solidFill>
                <a:latin typeface="Georgia"/>
              </a:rPr>
              <a:t>aй-пи адрес</a:t>
            </a:r>
            <a:r>
              <a:rPr b="0" lang="ru-RU" sz="2800" spc="-1" strike="noStrike">
                <a:solidFill>
                  <a:srgbClr val="000000"/>
                </a:solidFill>
                <a:latin typeface="Georgia"/>
              </a:rPr>
              <a:t>, или </a:t>
            </a:r>
            <a:r>
              <a:rPr b="1" lang="ru-RU" sz="2800" spc="-1" strike="noStrike">
                <a:solidFill>
                  <a:srgbClr val="000000"/>
                </a:solidFill>
                <a:latin typeface="Georgia"/>
              </a:rPr>
              <a:t>айпи адрес</a:t>
            </a:r>
            <a:r>
              <a:rPr b="0" lang="ru-RU" sz="2800" spc="-1" strike="noStrike">
                <a:solidFill>
                  <a:srgbClr val="000000"/>
                </a:solidFill>
                <a:latin typeface="Georgia"/>
              </a:rPr>
              <a:t>, сокращение от англ. Internet Protocol Address) — уникальный идентификатор (адрес) устройства (обычно компьютера), подключённого к интернету.</a:t>
            </a:r>
            <a:endParaRPr b="0" lang="en-US" sz="2800" spc="-1" strike="noStrike">
              <a:solidFill>
                <a:srgbClr val="000000"/>
              </a:solidFill>
              <a:latin typeface="Georgia"/>
            </a:endParaRPr>
          </a:p>
          <a:p>
            <a:pPr marL="365040" indent="-255600">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TextShape 1"/>
          <p:cNvSpPr txBox="1"/>
          <p:nvPr/>
        </p:nvSpPr>
        <p:spPr>
          <a:xfrm>
            <a:off x="539640" y="1125000"/>
            <a:ext cx="8229600" cy="4324680"/>
          </a:xfrm>
          <a:prstGeom prst="rect">
            <a:avLst/>
          </a:prstGeom>
          <a:noFill/>
          <a:ln w="0">
            <a:noFill/>
          </a:ln>
        </p:spPr>
        <p:txBody>
          <a:bodyPr>
            <a:normAutofit fontScale="73000"/>
          </a:bodyPr>
          <a:p>
            <a:pPr marL="365040" indent="-255600" algn="just">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2800" spc="-1" strike="noStrike">
                <a:solidFill>
                  <a:srgbClr val="000000"/>
                </a:solidFill>
                <a:latin typeface="Georgia"/>
              </a:rPr>
              <a:t>	</a:t>
            </a:r>
            <a:r>
              <a:rPr b="0" lang="ru-RU" sz="2800" spc="-1" strike="noStrike">
                <a:solidFill>
                  <a:srgbClr val="000000"/>
                </a:solidFill>
                <a:latin typeface="Georgia"/>
              </a:rPr>
              <a:t>	</a:t>
            </a:r>
            <a:r>
              <a:rPr b="0" lang="ru-RU" sz="2800" spc="-1" strike="noStrike">
                <a:solidFill>
                  <a:srgbClr val="000000"/>
                </a:solidFill>
                <a:latin typeface="Georgia"/>
              </a:rPr>
              <a:t>Каждое устройство (компьютер, ноутбук, выделенный сервер, мобильный телефон и т.д.) в сети Интернет имеет свой IP-адрес. Так как вы в настоящий момент подключены к Интернету — это означает, что и у вашего компьютера также имеется свой уникальный адрес в сети. Но вы можете быть подключены к интернету через маршрутизатор или шлюз в вашей локальной сети. В этом случае ваш компьютер из интернета виден с тем адресом, который имеет ваш маршрутизатор или шлюз.</a:t>
            </a:r>
            <a:endParaRPr b="0" lang="en-US" sz="2800" spc="-1" strike="noStrike">
              <a:solidFill>
                <a:srgbClr val="000000"/>
              </a:solidFill>
              <a:latin typeface="Georgia"/>
            </a:endParaRPr>
          </a:p>
          <a:p>
            <a:pPr marL="365040" indent="-255600" algn="just">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TextShape 1"/>
          <p:cNvSpPr txBox="1"/>
          <p:nvPr/>
        </p:nvSpPr>
        <p:spPr>
          <a:xfrm>
            <a:off x="457200" y="1142640"/>
            <a:ext cx="8229600" cy="1066680"/>
          </a:xfrm>
          <a:prstGeom prst="rect">
            <a:avLst/>
          </a:prstGeom>
          <a:noFill/>
          <a:ln w="0">
            <a:noFill/>
          </a:ln>
        </p:spPr>
        <p:txBody>
          <a:bodyPr lIns="90000" rIns="90000" tIns="46800" bIns="46800" anchor="ctr">
            <a:noAutofit/>
          </a:bodyPr>
          <a:p>
            <a:endParaRPr b="0" lang="en-US" sz="4000" spc="-1" strike="noStrike">
              <a:solidFill>
                <a:srgbClr val="424456"/>
              </a:solidFill>
              <a:latin typeface="Trebuchet MS"/>
            </a:endParaRPr>
          </a:p>
        </p:txBody>
      </p:sp>
      <p:sp>
        <p:nvSpPr>
          <p:cNvPr id="257" name="TextShape 2"/>
          <p:cNvSpPr txBox="1"/>
          <p:nvPr/>
        </p:nvSpPr>
        <p:spPr>
          <a:xfrm>
            <a:off x="457200" y="2249640"/>
            <a:ext cx="8229600" cy="4324320"/>
          </a:xfrm>
          <a:prstGeom prst="rect">
            <a:avLst/>
          </a:prstGeom>
          <a:noFill/>
          <a:ln w="0">
            <a:noFill/>
          </a:ln>
        </p:spPr>
        <p:txBody>
          <a:bodyPr>
            <a:normAutofit/>
          </a:bodyPr>
          <a:p>
            <a:pPr marL="365040" indent="-255600">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2800" spc="-1" strike="noStrike">
                <a:solidFill>
                  <a:srgbClr val="000000"/>
                </a:solidFill>
                <a:latin typeface="Georgia"/>
              </a:rPr>
              <a:t>	</a:t>
            </a:r>
            <a:r>
              <a:rPr b="0" lang="ru-RU" sz="2800" spc="-1" strike="noStrike">
                <a:solidFill>
                  <a:srgbClr val="000000"/>
                </a:solidFill>
                <a:latin typeface="Georgia"/>
              </a:rPr>
              <a:t>	</a:t>
            </a:r>
            <a:r>
              <a:rPr b="0" lang="ru-RU" sz="2800" spc="-1" strike="noStrike">
                <a:solidFill>
                  <a:srgbClr val="000000"/>
                </a:solidFill>
                <a:latin typeface="Georgia"/>
              </a:rPr>
              <a:t>IP адреса могут быть </a:t>
            </a:r>
            <a:r>
              <a:rPr b="1" lang="ru-RU" sz="2800" spc="-1" strike="noStrike">
                <a:solidFill>
                  <a:srgbClr val="000000"/>
                </a:solidFill>
                <a:latin typeface="Georgia"/>
              </a:rPr>
              <a:t>статические</a:t>
            </a:r>
            <a:r>
              <a:rPr b="0" lang="ru-RU" sz="2800" spc="-1" strike="noStrike">
                <a:solidFill>
                  <a:srgbClr val="000000"/>
                </a:solidFill>
                <a:latin typeface="Georgia"/>
              </a:rPr>
              <a:t> (в том случае, если отдельному пользователю провайдером выделен один постоянный адрес),</a:t>
            </a:r>
            <a:endParaRPr b="0" lang="en-US" sz="2800" spc="-1" strike="noStrike">
              <a:solidFill>
                <a:srgbClr val="000000"/>
              </a:solidFill>
              <a:latin typeface="Georgia"/>
            </a:endParaRPr>
          </a:p>
          <a:p>
            <a:pPr marL="365040" indent="-255600">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2800" spc="-1" strike="noStrike">
                <a:solidFill>
                  <a:srgbClr val="000000"/>
                </a:solidFill>
                <a:latin typeface="Georgia"/>
              </a:rPr>
              <a:t>	</a:t>
            </a:r>
            <a:r>
              <a:rPr b="0" lang="ru-RU" sz="2800" spc="-1" strike="noStrike">
                <a:solidFill>
                  <a:srgbClr val="000000"/>
                </a:solidFill>
                <a:latin typeface="Georgia"/>
              </a:rPr>
              <a:t>	</a:t>
            </a:r>
            <a:r>
              <a:rPr b="0" lang="ru-RU" sz="2800" spc="-1" strike="noStrike">
                <a:solidFill>
                  <a:srgbClr val="000000"/>
                </a:solidFill>
                <a:latin typeface="Georgia"/>
              </a:rPr>
              <a:t>а также </a:t>
            </a:r>
            <a:r>
              <a:rPr b="1" lang="ru-RU" sz="2800" spc="-1" strike="noStrike">
                <a:solidFill>
                  <a:srgbClr val="000000"/>
                </a:solidFill>
                <a:latin typeface="Georgia"/>
              </a:rPr>
              <a:t>динамическими</a:t>
            </a:r>
            <a:r>
              <a:rPr b="0" lang="ru-RU" sz="2800" spc="-1" strike="noStrike">
                <a:solidFill>
                  <a:srgbClr val="000000"/>
                </a:solidFill>
                <a:latin typeface="Georgia"/>
              </a:rPr>
              <a:t> (если провайдер выдает пользователю IP адрес в момент подключения из пула свободных адресов по DHCP).</a:t>
            </a:r>
            <a:endParaRPr b="0" lang="en-US" sz="2800" spc="-1" strike="noStrike">
              <a:solidFill>
                <a:srgbClr val="000000"/>
              </a:solidFill>
              <a:latin typeface="Georgia"/>
            </a:endParaRPr>
          </a:p>
          <a:p>
            <a:pPr marL="365040" indent="-255600">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TextShape 1"/>
          <p:cNvSpPr txBox="1"/>
          <p:nvPr/>
        </p:nvSpPr>
        <p:spPr>
          <a:xfrm>
            <a:off x="395280" y="907920"/>
            <a:ext cx="8229600" cy="4324320"/>
          </a:xfrm>
          <a:prstGeom prst="rect">
            <a:avLst/>
          </a:prstGeom>
          <a:noFill/>
          <a:ln w="0">
            <a:noFill/>
          </a:ln>
        </p:spPr>
        <p:txBody>
          <a:bodyPr>
            <a:normAutofit/>
          </a:bodyPr>
          <a:p>
            <a:pPr marL="365040" indent="-255600">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ru-RU" sz="2800" spc="-1" strike="noStrike">
                <a:solidFill>
                  <a:srgbClr val="000000"/>
                </a:solidFill>
                <a:latin typeface="Georgia"/>
              </a:rPr>
              <a:t>IP-адреса бывают двух типов — </a:t>
            </a:r>
            <a:r>
              <a:rPr b="1" lang="ru-RU" sz="2800" spc="-1" strike="noStrike">
                <a:solidFill>
                  <a:srgbClr val="000000"/>
                </a:solidFill>
                <a:latin typeface="Georgia"/>
              </a:rPr>
              <a:t>IPv4</a:t>
            </a:r>
            <a:r>
              <a:rPr b="0" lang="ru-RU" sz="2800" spc="-1" strike="noStrike">
                <a:solidFill>
                  <a:srgbClr val="000000"/>
                </a:solidFill>
                <a:latin typeface="Georgia"/>
              </a:rPr>
              <a:t> и </a:t>
            </a:r>
            <a:r>
              <a:rPr b="1" lang="ru-RU" sz="2800" spc="-1" strike="noStrike">
                <a:solidFill>
                  <a:srgbClr val="000000"/>
                </a:solidFill>
                <a:latin typeface="Georgia"/>
              </a:rPr>
              <a:t>IPv6</a:t>
            </a:r>
            <a:r>
              <a:rPr b="0" lang="ru-RU" sz="2800" spc="-1" strike="noStrike">
                <a:solidFill>
                  <a:srgbClr val="000000"/>
                </a:solidFill>
                <a:latin typeface="Georgia"/>
              </a:rPr>
              <a:t>.</a:t>
            </a:r>
            <a:endParaRPr b="0" lang="en-US" sz="2800" spc="-1" strike="noStrike">
              <a:solidFill>
                <a:srgbClr val="000000"/>
              </a:solidFill>
              <a:latin typeface="Georgia"/>
            </a:endParaRPr>
          </a:p>
          <a:p>
            <a:pPr marL="365040" indent="-255600">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p:txBody>
      </p:sp>
      <p:pic>
        <p:nvPicPr>
          <p:cNvPr id="259" name="Picture 3" descr=""/>
          <p:cNvPicPr/>
          <p:nvPr/>
        </p:nvPicPr>
        <p:blipFill>
          <a:blip r:embed="rId1"/>
          <a:stretch/>
        </p:blipFill>
        <p:spPr>
          <a:xfrm>
            <a:off x="1979640" y="1413000"/>
            <a:ext cx="5616720" cy="520056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TextShape 1"/>
          <p:cNvSpPr txBox="1"/>
          <p:nvPr/>
        </p:nvSpPr>
        <p:spPr>
          <a:xfrm>
            <a:off x="457200" y="981000"/>
            <a:ext cx="8229600" cy="5592960"/>
          </a:xfrm>
          <a:prstGeom prst="rect">
            <a:avLst/>
          </a:prstGeom>
          <a:noFill/>
          <a:ln w="0">
            <a:noFill/>
          </a:ln>
        </p:spPr>
        <p:txBody>
          <a:bodyPr>
            <a:normAutofit/>
          </a:bodyPr>
          <a:p>
            <a:pPr marL="365040" indent="-255600">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2800" spc="-1" strike="noStrike">
                <a:solidFill>
                  <a:srgbClr val="000000"/>
                </a:solidFill>
                <a:latin typeface="Georgia"/>
              </a:rPr>
              <a:t>	</a:t>
            </a:r>
            <a:r>
              <a:rPr b="0" lang="ru-RU" sz="2800" spc="-1" strike="noStrike">
                <a:solidFill>
                  <a:srgbClr val="000000"/>
                </a:solidFill>
                <a:latin typeface="Georgia"/>
              </a:rPr>
              <a:t>	</a:t>
            </a:r>
            <a:r>
              <a:rPr b="0" lang="ru-RU" sz="2800" spc="-1" strike="noStrike">
                <a:solidFill>
                  <a:srgbClr val="000000"/>
                </a:solidFill>
                <a:latin typeface="Georgia"/>
              </a:rPr>
              <a:t>Основное отличие IPv6 от привычного IPv4 в значительно увеличеном адресном пространстве. </a:t>
            </a:r>
            <a:endParaRPr b="0" lang="en-US" sz="2800" spc="-1" strike="noStrike">
              <a:solidFill>
                <a:srgbClr val="000000"/>
              </a:solidFill>
              <a:latin typeface="Georgia"/>
            </a:endParaRPr>
          </a:p>
          <a:p>
            <a:pPr marL="365040" indent="-255600" algn="just">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2800" spc="-1" strike="noStrike">
                <a:solidFill>
                  <a:srgbClr val="000000"/>
                </a:solidFill>
                <a:latin typeface="Georgia"/>
              </a:rPr>
              <a:t>	</a:t>
            </a:r>
            <a:r>
              <a:rPr b="0" lang="ru-RU" sz="2800" spc="-1" strike="noStrike">
                <a:solidFill>
                  <a:srgbClr val="000000"/>
                </a:solidFill>
                <a:latin typeface="Georgia"/>
              </a:rPr>
              <a:t>	</a:t>
            </a:r>
            <a:r>
              <a:rPr b="0" lang="ru-RU" sz="2800" spc="-1" strike="noStrike">
                <a:solidFill>
                  <a:srgbClr val="000000"/>
                </a:solidFill>
                <a:latin typeface="Georgia"/>
              </a:rPr>
              <a:t>Так, длинна IPv4 адреса составляет 32 бит, что дает в общей сложности 2</a:t>
            </a:r>
            <a:r>
              <a:rPr b="0" lang="ru-RU" sz="2800" spc="-1" strike="noStrike" baseline="30000">
                <a:solidFill>
                  <a:srgbClr val="000000"/>
                </a:solidFill>
                <a:latin typeface="Georgia"/>
              </a:rPr>
              <a:t>32</a:t>
            </a:r>
            <a:r>
              <a:rPr b="0" lang="ru-RU" sz="2800" spc="-1" strike="noStrike">
                <a:solidFill>
                  <a:srgbClr val="000000"/>
                </a:solidFill>
                <a:latin typeface="Georgia"/>
              </a:rPr>
              <a:t> возможных адресов (чуть более 4 млрд. адресов). В то же время длинна адреса IPv6 составляет 128 бит, что дает 2</a:t>
            </a:r>
            <a:r>
              <a:rPr b="0" lang="ru-RU" sz="2800" spc="-1" strike="noStrike" baseline="30000">
                <a:solidFill>
                  <a:srgbClr val="000000"/>
                </a:solidFill>
                <a:latin typeface="Georgia"/>
              </a:rPr>
              <a:t>128</a:t>
            </a:r>
            <a:r>
              <a:rPr b="0" lang="ru-RU" sz="2800" spc="-1" strike="noStrike">
                <a:solidFill>
                  <a:srgbClr val="000000"/>
                </a:solidFill>
                <a:latin typeface="Georgia"/>
              </a:rPr>
              <a:t> возможных адресов (в целом это более чем 4.8×1028 адресов на каждого из 7 млрд. жителей Земли). То есть, IPv6 раз и навсегда решает проблему нехватки Интернет-адресов.</a:t>
            </a:r>
            <a:endParaRPr b="0" lang="en-US" sz="2800" spc="-1" strike="noStrike">
              <a:solidFill>
                <a:srgbClr val="000000"/>
              </a:solidFill>
              <a:latin typeface="Georgia"/>
            </a:endParaRPr>
          </a:p>
          <a:p>
            <a:pPr marL="365040" indent="-255600">
              <a:spcBef>
                <a:spcPts val="29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Georgia"/>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TextShape 1"/>
          <p:cNvSpPr txBox="1"/>
          <p:nvPr/>
        </p:nvSpPr>
        <p:spPr>
          <a:xfrm>
            <a:off x="457200" y="1142640"/>
            <a:ext cx="8229600" cy="1066680"/>
          </a:xfrm>
          <a:prstGeom prst="rect">
            <a:avLst/>
          </a:prstGeom>
          <a:noFill/>
          <a:ln w="0">
            <a:noFill/>
          </a:ln>
        </p:spPr>
        <p:txBody>
          <a:bodyPr lIns="90000" rIns="90000" tIns="46800" bIns="46800" anchor="ctr">
            <a:noAutofit/>
          </a:bodyPr>
          <a:p>
            <a:endParaRPr b="0" lang="en-US" sz="4000" spc="-1" strike="noStrike">
              <a:solidFill>
                <a:srgbClr val="424456"/>
              </a:solidFill>
              <a:latin typeface="Trebuchet MS"/>
            </a:endParaRPr>
          </a:p>
        </p:txBody>
      </p:sp>
      <p:pic>
        <p:nvPicPr>
          <p:cNvPr id="262" name="Picture 2" descr="IPv4 vs IPv6: в чем разница? | FS Сообщество"/>
          <p:cNvPicPr/>
          <p:nvPr/>
        </p:nvPicPr>
        <p:blipFill>
          <a:blip r:embed="rId1"/>
          <a:stretch/>
        </p:blipFill>
        <p:spPr>
          <a:xfrm>
            <a:off x="900000" y="1052640"/>
            <a:ext cx="7620120" cy="476244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TextShape 1"/>
          <p:cNvSpPr txBox="1"/>
          <p:nvPr/>
        </p:nvSpPr>
        <p:spPr>
          <a:xfrm>
            <a:off x="457200" y="1142640"/>
            <a:ext cx="8229600" cy="1066680"/>
          </a:xfrm>
          <a:prstGeom prst="rect">
            <a:avLst/>
          </a:prstGeom>
          <a:noFill/>
          <a:ln w="0">
            <a:noFill/>
          </a:ln>
        </p:spPr>
        <p:txBody>
          <a:bodyPr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ru-RU" sz="4000" spc="-1" strike="noStrike">
                <a:solidFill>
                  <a:srgbClr val="424456"/>
                </a:solidFill>
                <a:latin typeface="Trebuchet MS"/>
              </a:rPr>
              <a:t>Задача</a:t>
            </a:r>
            <a:endParaRPr b="0" lang="en-US" sz="4000" spc="-1" strike="noStrike">
              <a:solidFill>
                <a:srgbClr val="424456"/>
              </a:solidFill>
              <a:latin typeface="Trebuchet MS"/>
            </a:endParaRPr>
          </a:p>
        </p:txBody>
      </p:sp>
      <p:sp>
        <p:nvSpPr>
          <p:cNvPr id="264" name="TextShape 2"/>
          <p:cNvSpPr txBox="1"/>
          <p:nvPr/>
        </p:nvSpPr>
        <p:spPr>
          <a:xfrm>
            <a:off x="457200" y="2249640"/>
            <a:ext cx="8229600" cy="4324320"/>
          </a:xfrm>
          <a:prstGeom prst="rect">
            <a:avLst/>
          </a:prstGeom>
          <a:noFill/>
          <a:ln w="0">
            <a:noFill/>
          </a:ln>
        </p:spPr>
        <p:txBody>
          <a:bodyPr>
            <a:normAutofit/>
          </a:bodyPr>
          <a:p>
            <a:pPr marL="365040" indent="-255600">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ru-RU" sz="2800" spc="-1" strike="noStrike">
                <a:solidFill>
                  <a:srgbClr val="000000"/>
                </a:solidFill>
                <a:latin typeface="Georgia"/>
              </a:rPr>
              <a:t>Конспект</a:t>
            </a:r>
            <a:endParaRPr b="0" lang="en-US" sz="2800" spc="-1" strike="noStrike">
              <a:solidFill>
                <a:srgbClr val="000000"/>
              </a:solidFill>
              <a:latin typeface="Georgia"/>
            </a:endParaRPr>
          </a:p>
          <a:p>
            <a:pPr marL="365040" indent="-255600">
              <a:spcBef>
                <a:spcPts val="298"/>
              </a:spcBef>
              <a:buClr>
                <a:srgbClr val="a04da3"/>
              </a:buClr>
              <a:buFont typeface="Georgi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ru-RU" sz="2800" spc="-1" strike="noStrike">
                <a:solidFill>
                  <a:srgbClr val="000000"/>
                </a:solidFill>
                <a:latin typeface="Georgia"/>
              </a:rPr>
              <a:t>Лаба </a:t>
            </a:r>
            <a:endParaRPr b="0" lang="en-US" sz="2800" spc="-1" strike="noStrike">
              <a:solidFill>
                <a:srgbClr val="000000"/>
              </a:solidFill>
              <a:latin typeface="Georgia"/>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1409</TotalTime>
  <Application>LibreOffice/7.0.6.2$Linux_X86_64 LibreOffice_project/00$Build-2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2010-08-30T16:42:58Z</dcterms:created>
  <dc:creator>Admin</dc:creator>
  <dc:description/>
  <dc:language>en-US</dc:language>
  <cp:lastModifiedBy>Кирилл</cp:lastModifiedBy>
  <dcterms:modified xsi:type="dcterms:W3CDTF">2022-03-03T12:28:32Z</dcterms:modified>
  <cp:revision>166</cp:revision>
  <dc:subject/>
  <dc:title>Базовые сетевые топологии</dc:title>
</cp:coreProperties>
</file>