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829761"/>
          </a:xfrm>
        </p:spPr>
        <p:txBody>
          <a:bodyPr/>
          <a:lstStyle/>
          <a:p>
            <a:r>
              <a:rPr lang="ru-RU" dirty="0" smtClean="0"/>
              <a:t>Сетевое взаимодействие </a:t>
            </a:r>
            <a:r>
              <a:rPr lang="en-US" dirty="0" smtClean="0"/>
              <a:t>Linux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2530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23622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702491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К </a:t>
            </a:r>
            <a:r>
              <a:rPr lang="ru-RU" dirty="0" smtClean="0"/>
              <a:t>решению задачи обеспечения сетевых взаимодействий применяют многоуровневый иерархический подход, заключающийся в разбиении процесса коммуникации на набор уровней с четко определенными способами взаимодействия уровней на одном узле и на соседних узлах.</a:t>
            </a:r>
          </a:p>
          <a:p>
            <a:r>
              <a:rPr lang="ru-RU" b="1" dirty="0" smtClean="0"/>
              <a:t>Модель </a:t>
            </a:r>
            <a:r>
              <a:rPr lang="ru-RU" b="1" dirty="0" smtClean="0"/>
              <a:t>стека протоколов </a:t>
            </a:r>
            <a:r>
              <a:rPr lang="ru-RU" b="1" dirty="0" smtClean="0"/>
              <a:t>TCP/IP:</a:t>
            </a:r>
            <a:endParaRPr lang="ru-RU" dirty="0" smtClean="0"/>
          </a:p>
          <a:p>
            <a:pPr>
              <a:buNone/>
            </a:pPr>
            <a:r>
              <a:rPr lang="ru-RU" b="1" dirty="0" smtClean="0"/>
              <a:t>-Уровень </a:t>
            </a:r>
            <a:r>
              <a:rPr lang="ru-RU" b="1" dirty="0" smtClean="0"/>
              <a:t>сетевых интерфейсов</a:t>
            </a:r>
            <a:r>
              <a:rPr lang="ru-RU" dirty="0" smtClean="0"/>
              <a:t> (доступа к сети). В рамках </a:t>
            </a:r>
            <a:r>
              <a:rPr lang="ru-RU" dirty="0" smtClean="0"/>
              <a:t>модели</a:t>
            </a:r>
            <a:endParaRPr lang="ru-RU" dirty="0" smtClean="0"/>
          </a:p>
          <a:p>
            <a:pPr>
              <a:buNone/>
            </a:pPr>
            <a:r>
              <a:rPr lang="ru-RU" b="1" dirty="0" smtClean="0"/>
              <a:t>-Сетевой </a:t>
            </a:r>
            <a:r>
              <a:rPr lang="ru-RU" b="1" dirty="0" smtClean="0"/>
              <a:t>уровень</a:t>
            </a:r>
            <a:r>
              <a:rPr lang="ru-RU" dirty="0" smtClean="0"/>
              <a:t> (интернет-уровень, межсетевой уровень). </a:t>
            </a:r>
          </a:p>
          <a:p>
            <a:pPr>
              <a:buNone/>
            </a:pPr>
            <a:r>
              <a:rPr lang="ru-RU" b="1" dirty="0" smtClean="0"/>
              <a:t>-Транспортный </a:t>
            </a:r>
            <a:r>
              <a:rPr lang="ru-RU" b="1" dirty="0" smtClean="0"/>
              <a:t>уровень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b="1" dirty="0" smtClean="0"/>
              <a:t>-Прикладной </a:t>
            </a:r>
            <a:r>
              <a:rPr lang="ru-RU" b="1" dirty="0" smtClean="0"/>
              <a:t>уровень</a:t>
            </a:r>
            <a:r>
              <a:rPr lang="ru-RU" dirty="0" smtClean="0"/>
              <a:t>. 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i="1" dirty="0" smtClean="0"/>
              <a:t>		Физический </a:t>
            </a:r>
            <a:r>
              <a:rPr lang="ru-RU" i="1" dirty="0" smtClean="0"/>
              <a:t>сетевой интерфейс</a:t>
            </a:r>
            <a:r>
              <a:rPr lang="ru-RU" dirty="0" smtClean="0"/>
              <a:t> — устройство, способное отправлять в физическую </a:t>
            </a:r>
            <a:r>
              <a:rPr lang="ru-RU" i="1" dirty="0" smtClean="0"/>
              <a:t>сеть</a:t>
            </a:r>
            <a:r>
              <a:rPr lang="ru-RU" dirty="0" smtClean="0"/>
              <a:t> и получать из сети атомарные единицы передачи — фреймы; предоставляется драйвером устройства и имеет определенное имя, которое используется для доступа к нему (например, драйвера </a:t>
            </a:r>
            <a:r>
              <a:rPr lang="ru-RU" b="1" dirty="0" err="1" smtClean="0"/>
              <a:t>Ethernet</a:t>
            </a:r>
            <a:r>
              <a:rPr lang="ru-RU" dirty="0" smtClean="0"/>
              <a:t> </a:t>
            </a:r>
            <a:r>
              <a:rPr lang="ru-RU" dirty="0" smtClean="0"/>
              <a:t>именуется </a:t>
            </a:r>
            <a:r>
              <a:rPr lang="ru-RU" dirty="0" smtClean="0"/>
              <a:t>как </a:t>
            </a:r>
            <a:r>
              <a:rPr lang="ru-RU" b="1" dirty="0" smtClean="0"/>
              <a:t>eth0, eth1</a:t>
            </a:r>
            <a:r>
              <a:rPr lang="ru-RU" dirty="0" smtClean="0"/>
              <a:t> и т.д.)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Управление сетевыми интерфейсами в </a:t>
            </a:r>
            <a:r>
              <a:rPr lang="ru-RU" dirty="0" err="1" smtClean="0"/>
              <a:t>Linux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4770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dirty="0" smtClean="0"/>
              <a:t>		Для </a:t>
            </a:r>
            <a:r>
              <a:rPr lang="ru-RU" dirty="0" smtClean="0"/>
              <a:t>управления сетевыми интерфейсами на уровне доступа к сети можно использовать команду </a:t>
            </a:r>
            <a:r>
              <a:rPr lang="ru-RU" dirty="0" err="1" smtClean="0"/>
              <a:t>ip</a:t>
            </a:r>
            <a:r>
              <a:rPr lang="ru-RU" dirty="0" smtClean="0"/>
              <a:t> </a:t>
            </a:r>
            <a:r>
              <a:rPr lang="ru-RU" dirty="0" smtClean="0"/>
              <a:t>с </a:t>
            </a:r>
            <a:r>
              <a:rPr lang="ru-RU" dirty="0" smtClean="0"/>
              <a:t>параметром </a:t>
            </a:r>
            <a:r>
              <a:rPr lang="ru-RU" dirty="0" err="1" smtClean="0"/>
              <a:t>link</a:t>
            </a:r>
            <a:endParaRPr lang="ru-RU" dirty="0" smtClean="0"/>
          </a:p>
          <a:p>
            <a:pPr algn="just">
              <a:buNone/>
            </a:pPr>
            <a:endParaRPr lang="ru-RU" dirty="0" smtClean="0"/>
          </a:p>
          <a:p>
            <a:pPr algn="just">
              <a:buNone/>
            </a:pPr>
            <a:endParaRPr lang="ru-RU" dirty="0" smtClean="0"/>
          </a:p>
          <a:p>
            <a:pPr algn="just">
              <a:buNone/>
            </a:pPr>
            <a:endParaRPr lang="ru-RU" dirty="0" smtClean="0"/>
          </a:p>
          <a:p>
            <a:pPr algn="just">
              <a:buNone/>
            </a:pPr>
            <a:endParaRPr lang="ru-RU" dirty="0" smtClean="0"/>
          </a:p>
          <a:p>
            <a:pPr algn="just">
              <a:buNone/>
            </a:pPr>
            <a:endParaRPr lang="ru-RU" dirty="0" smtClean="0"/>
          </a:p>
          <a:p>
            <a:pPr algn="just">
              <a:buNone/>
            </a:pPr>
            <a:endParaRPr lang="ru-RU" i="1" dirty="0" smtClean="0"/>
          </a:p>
          <a:p>
            <a:pPr algn="just">
              <a:buNone/>
            </a:pPr>
            <a:endParaRPr lang="ru-RU" i="1" dirty="0" smtClean="0"/>
          </a:p>
          <a:p>
            <a:pPr algn="just">
              <a:buNone/>
            </a:pPr>
            <a:r>
              <a:rPr lang="ru-RU" i="1" dirty="0" smtClean="0"/>
              <a:t>		Вывод</a:t>
            </a:r>
            <a:r>
              <a:rPr lang="ru-RU" dirty="0" smtClean="0"/>
              <a:t> данной команды содержит пронумерованный </a:t>
            </a:r>
            <a:r>
              <a:rPr lang="ru-RU" i="1" dirty="0" smtClean="0"/>
              <a:t>список</a:t>
            </a:r>
            <a:r>
              <a:rPr lang="ru-RU" dirty="0" smtClean="0"/>
              <a:t> интерфейсов, присутствующих в системе. </a:t>
            </a:r>
            <a:r>
              <a:rPr lang="ru-RU" i="1" dirty="0" smtClean="0"/>
              <a:t>Информация об интерфейсе содержит две строки: в первой указывается имя интерфейса, установленные флаги состояния, MTU </a:t>
            </a:r>
            <a:r>
              <a:rPr lang="ru-RU" i="1" dirty="0" smtClean="0"/>
              <a:t>(максимально </a:t>
            </a:r>
            <a:r>
              <a:rPr lang="ru-RU" i="1" dirty="0" smtClean="0"/>
              <a:t>допустимый размер фрейма в байтах), тип и размер очереди фреймов; во второй строке — тип соединения, MAC-адрес, широковещательный адрес и т. п</a:t>
            </a:r>
            <a:r>
              <a:rPr lang="ru-RU" dirty="0" smtClean="0"/>
              <a:t>.</a:t>
            </a:r>
            <a:endParaRPr lang="ru-RU" dirty="0" smtClean="0"/>
          </a:p>
          <a:p>
            <a:pPr algn="just"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447800"/>
            <a:ext cx="681037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854891"/>
          </a:xfrm>
        </p:spPr>
        <p:txBody>
          <a:bodyPr/>
          <a:lstStyle/>
          <a:p>
            <a:pPr>
              <a:buNone/>
            </a:pPr>
            <a:r>
              <a:rPr lang="en-US" dirty="0" err="1" smtClean="0"/>
              <a:t>i</a:t>
            </a:r>
            <a:r>
              <a:rPr lang="ru-RU" dirty="0" err="1" smtClean="0"/>
              <a:t>fconfig</a:t>
            </a:r>
            <a:r>
              <a:rPr lang="ru-RU" dirty="0" smtClean="0"/>
              <a:t> </a:t>
            </a:r>
            <a:r>
              <a:rPr lang="ru-RU" dirty="0" smtClean="0"/>
              <a:t>для </a:t>
            </a:r>
            <a:r>
              <a:rPr lang="ru-RU" dirty="0" smtClean="0"/>
              <a:t>управления сетевым интерфейсом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371600"/>
            <a:ext cx="6938899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Основой </a:t>
            </a:r>
            <a:r>
              <a:rPr lang="ru-RU" dirty="0" smtClean="0"/>
              <a:t>сетевого уровня является </a:t>
            </a:r>
            <a:r>
              <a:rPr lang="ru-RU" i="1" dirty="0" smtClean="0"/>
              <a:t>интернет</a:t>
            </a:r>
            <a:r>
              <a:rPr lang="ru-RU" dirty="0" smtClean="0"/>
              <a:t>-протокол </a:t>
            </a:r>
            <a:r>
              <a:rPr lang="ru-RU" b="1" dirty="0" smtClean="0"/>
              <a:t>IP</a:t>
            </a:r>
            <a:r>
              <a:rPr lang="ru-RU" dirty="0" smtClean="0"/>
              <a:t> (</a:t>
            </a:r>
            <a:r>
              <a:rPr lang="ru-RU" i="1" dirty="0" err="1" smtClean="0"/>
              <a:t>Internet</a:t>
            </a:r>
            <a:r>
              <a:rPr lang="ru-RU" i="1" dirty="0" smtClean="0"/>
              <a:t> </a:t>
            </a:r>
            <a:r>
              <a:rPr lang="ru-RU" i="1" dirty="0" err="1" smtClean="0"/>
              <a:t>Protocol</a:t>
            </a:r>
            <a:r>
              <a:rPr lang="ru-RU" dirty="0" smtClean="0"/>
              <a:t>), имеющий следующие ключевые особенности:</a:t>
            </a:r>
          </a:p>
          <a:p>
            <a:pPr algn="just"/>
            <a:r>
              <a:rPr lang="ru-RU" b="1" dirty="0" smtClean="0"/>
              <a:t>IP</a:t>
            </a:r>
            <a:r>
              <a:rPr lang="ru-RU" dirty="0" smtClean="0"/>
              <a:t> </a:t>
            </a:r>
            <a:r>
              <a:rPr lang="ru-RU" i="1" dirty="0" smtClean="0"/>
              <a:t>внедряет данные вышележащих уровней в соответствующие единицы передачи информации - сетевые пакеты;</a:t>
            </a:r>
            <a:endParaRPr lang="ru-RU" dirty="0" smtClean="0"/>
          </a:p>
          <a:p>
            <a:pPr algn="just"/>
            <a:r>
              <a:rPr lang="ru-RU" b="1" dirty="0" smtClean="0"/>
              <a:t>IP</a:t>
            </a:r>
            <a:r>
              <a:rPr lang="ru-RU" dirty="0" smtClean="0"/>
              <a:t> </a:t>
            </a:r>
            <a:r>
              <a:rPr lang="ru-RU" i="1" dirty="0" smtClean="0"/>
              <a:t>является протоколом без установления соединения</a:t>
            </a:r>
            <a:r>
              <a:rPr lang="ru-RU" dirty="0" smtClean="0"/>
              <a:t>, т. е. не требует физического или логического канала и не гарантирует доставку пакетов;</a:t>
            </a:r>
          </a:p>
          <a:p>
            <a:pPr algn="just"/>
            <a:r>
              <a:rPr lang="ru-RU" b="1" dirty="0" smtClean="0"/>
              <a:t>IP</a:t>
            </a:r>
            <a:r>
              <a:rPr lang="ru-RU" dirty="0" smtClean="0"/>
              <a:t> представляет собой маршрутизируемый протокол. </a:t>
            </a:r>
            <a:r>
              <a:rPr lang="ru-RU" i="1" dirty="0" smtClean="0"/>
              <a:t>Организация протокола IP обеспечивает схему доставки пакетов на основе IP-адресации и группировки сетевых узлов в подсети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Протокол IP как средство организации межсетевого </a:t>
            </a:r>
            <a:r>
              <a:rPr lang="ru-RU" sz="2800" dirty="0" smtClean="0"/>
              <a:t>взаимодействия</a:t>
            </a:r>
            <a:endParaRPr lang="ru-RU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конфигурирования протокола </a:t>
            </a:r>
            <a:r>
              <a:rPr lang="ru-RU" i="1" dirty="0" smtClean="0"/>
              <a:t>IP</a:t>
            </a:r>
            <a:r>
              <a:rPr lang="ru-RU" dirty="0" smtClean="0"/>
              <a:t> на сетевом интерфейсе с помощью командной строки можно использовать команду </a:t>
            </a:r>
            <a:r>
              <a:rPr lang="ru-RU" dirty="0" err="1" smtClean="0"/>
              <a:t>address</a:t>
            </a:r>
            <a:r>
              <a:rPr lang="ru-RU" dirty="0" smtClean="0"/>
              <a:t> (</a:t>
            </a:r>
            <a:r>
              <a:rPr lang="ru-RU" dirty="0" err="1" smtClean="0"/>
              <a:t>addr</a:t>
            </a:r>
            <a:r>
              <a:rPr lang="ru-RU" dirty="0" smtClean="0"/>
              <a:t>) </a:t>
            </a:r>
            <a:r>
              <a:rPr lang="ru-RU" i="1" dirty="0" smtClean="0"/>
              <a:t>утилиты</a:t>
            </a:r>
            <a:r>
              <a:rPr lang="ru-RU" dirty="0" smtClean="0"/>
              <a:t> </a:t>
            </a:r>
            <a:r>
              <a:rPr lang="ru-RU" dirty="0" err="1" smtClean="0"/>
              <a:t>ip</a:t>
            </a:r>
            <a:r>
              <a:rPr lang="ru-RU" dirty="0" smtClean="0"/>
              <a:t> или традиционную команду </a:t>
            </a:r>
            <a:r>
              <a:rPr lang="ru-RU" dirty="0" err="1" smtClean="0"/>
              <a:t>ifconfig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Управление </a:t>
            </a:r>
            <a:r>
              <a:rPr lang="en-US" dirty="0" smtClean="0"/>
              <a:t>IP-</a:t>
            </a:r>
            <a:r>
              <a:rPr lang="ru-RU" dirty="0" smtClean="0"/>
              <a:t>адресами в </a:t>
            </a:r>
            <a:r>
              <a:rPr lang="en-US" dirty="0" smtClean="0"/>
              <a:t>Linux</a:t>
            </a:r>
            <a:endParaRPr lang="ru-RU" dirty="0"/>
          </a:p>
        </p:txBody>
      </p:sp>
      <p:pic>
        <p:nvPicPr>
          <p:cNvPr id="6146" name="Picture 2" descr="ÐÐ°ÑÑÐ¸Ð½ÐºÐ¸ Ð¿Ð¾ Ð·Ð°Ð¿ÑÐ¾ÑÑ tcp i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886200"/>
            <a:ext cx="693420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Протокол </a:t>
            </a:r>
            <a:r>
              <a:rPr lang="ru-RU" dirty="0" smtClean="0"/>
              <a:t>ICMP (</a:t>
            </a:r>
            <a:r>
              <a:rPr lang="ru-RU" dirty="0" err="1" smtClean="0"/>
              <a:t>Internet</a:t>
            </a:r>
            <a:r>
              <a:rPr lang="ru-RU" dirty="0" smtClean="0"/>
              <a:t> </a:t>
            </a:r>
            <a:r>
              <a:rPr lang="ru-RU" dirty="0" err="1" smtClean="0"/>
              <a:t>Control</a:t>
            </a:r>
            <a:r>
              <a:rPr lang="ru-RU" dirty="0" smtClean="0"/>
              <a:t> </a:t>
            </a:r>
            <a:r>
              <a:rPr lang="ru-RU" dirty="0" err="1" smtClean="0"/>
              <a:t>Message</a:t>
            </a:r>
            <a:r>
              <a:rPr lang="ru-RU" dirty="0" smtClean="0"/>
              <a:t> </a:t>
            </a:r>
            <a:r>
              <a:rPr lang="ru-RU" dirty="0" err="1" smtClean="0"/>
              <a:t>Protocol</a:t>
            </a:r>
            <a:r>
              <a:rPr lang="ru-RU" dirty="0" smtClean="0"/>
              <a:t>) используется для диагностики сетевых подключений, а также для передачи удаленным системам сообщений об исключительных ситуациях, возникающих в процессе работы стека TCP/IP. ICMP работает на сетевом уровне модели сетевого взаимодействия; при этом ICMP инкапсулирует свои сообщения в IP-пакеты; реализация ICMP является обязательной для стека TCP/IP.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Основы протокола </a:t>
            </a:r>
            <a:r>
              <a:rPr lang="en-US" dirty="0" smtClean="0"/>
              <a:t>ICMP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152400" y="304800"/>
            <a:ext cx="8915400" cy="5702491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Самый </a:t>
            </a:r>
            <a:r>
              <a:rPr lang="ru-RU" dirty="0" smtClean="0"/>
              <a:t>простой способ тестирования связи между двумя системами заключается в проверке возможности отправки системами сообщений друг другу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Для реализации данного типа проверки и</a:t>
            </a:r>
            <a:r>
              <a:rPr lang="ru-RU" dirty="0" smtClean="0"/>
              <a:t>спользуется</a:t>
            </a:r>
            <a:r>
              <a:rPr lang="ru-RU" dirty="0" smtClean="0"/>
              <a:t> </a:t>
            </a:r>
            <a:r>
              <a:rPr lang="ru-RU" i="1" dirty="0" smtClean="0"/>
              <a:t>утилита</a:t>
            </a:r>
            <a:r>
              <a:rPr lang="ru-RU" dirty="0" smtClean="0"/>
              <a:t> </a:t>
            </a:r>
            <a:r>
              <a:rPr lang="ru-RU" dirty="0" err="1" smtClean="0"/>
              <a:t>ping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743200"/>
            <a:ext cx="714375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4525963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ru-RU" i="1" dirty="0" smtClean="0"/>
              <a:t>		Для </a:t>
            </a:r>
            <a:r>
              <a:rPr lang="ru-RU" i="1" dirty="0" smtClean="0"/>
              <a:t>отображения всех точек маршрутизации, через которые проходят сетевые пакеты на пути следования к узлу назначения, используется команда</a:t>
            </a:r>
            <a:r>
              <a:rPr lang="ru-RU" dirty="0" smtClean="0"/>
              <a:t> </a:t>
            </a:r>
            <a:r>
              <a:rPr lang="ru-RU" i="1" dirty="0" err="1" smtClean="0"/>
              <a:t>traceroute</a:t>
            </a:r>
            <a:r>
              <a:rPr lang="ru-RU" dirty="0" smtClean="0"/>
              <a:t> (аналог в </a:t>
            </a:r>
            <a:r>
              <a:rPr lang="ru-RU" i="1" dirty="0" err="1" smtClean="0"/>
              <a:t>Windows</a:t>
            </a:r>
            <a:r>
              <a:rPr lang="ru-RU" dirty="0" smtClean="0"/>
              <a:t> - </a:t>
            </a:r>
            <a:r>
              <a:rPr lang="ru-RU" dirty="0" err="1" smtClean="0"/>
              <a:t>tracert</a:t>
            </a:r>
            <a:r>
              <a:rPr lang="ru-RU" dirty="0" smtClean="0"/>
              <a:t> ). </a:t>
            </a:r>
            <a:r>
              <a:rPr lang="ru-RU" i="1" dirty="0" smtClean="0"/>
              <a:t>В случае проблем при доставке данных программа позволяет определить, на каком именно участке сети возникли неполадки</a:t>
            </a:r>
            <a:r>
              <a:rPr lang="ru-RU" dirty="0" smtClean="0"/>
              <a:t>. Для определения промежуточных </a:t>
            </a:r>
            <a:r>
              <a:rPr lang="ru-RU" dirty="0" err="1" smtClean="0"/>
              <a:t>маршрутизаторов</a:t>
            </a:r>
            <a:r>
              <a:rPr lang="ru-RU" dirty="0" smtClean="0"/>
              <a:t> </a:t>
            </a:r>
            <a:r>
              <a:rPr lang="ru-RU" i="1" dirty="0" err="1" smtClean="0"/>
              <a:t>traceroute</a:t>
            </a:r>
            <a:r>
              <a:rPr lang="ru-RU" i="1" dirty="0" smtClean="0"/>
              <a:t> </a:t>
            </a:r>
            <a:r>
              <a:rPr lang="ru-RU" dirty="0" smtClean="0"/>
              <a:t>отправляет </a:t>
            </a:r>
            <a:r>
              <a:rPr lang="ru-RU" dirty="0" smtClean="0"/>
              <a:t>серию (обычно три) пакетов узлу </a:t>
            </a:r>
            <a:r>
              <a:rPr lang="ru-RU" dirty="0" smtClean="0"/>
              <a:t>назначения.</a:t>
            </a:r>
            <a:endParaRPr lang="ru-RU" dirty="0"/>
          </a:p>
        </p:txBody>
      </p:sp>
      <p:pic>
        <p:nvPicPr>
          <p:cNvPr id="4098" name="Picture 2" descr="ÐÐ°ÑÑÐ¸Ð½ÐºÐ¸ Ð¿Ð¾ Ð·Ð°Ð¿ÑÐ¾ÑÑ tcp i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4114800"/>
            <a:ext cx="27432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</TotalTime>
  <Words>29</Words>
  <Application>Microsoft Office PowerPoint</Application>
  <PresentationFormat>Экран (4:3)</PresentationFormat>
  <Paragraphs>30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Открытая</vt:lpstr>
      <vt:lpstr>Сетевое взаимодействие Linux</vt:lpstr>
      <vt:lpstr>Слайд 2</vt:lpstr>
      <vt:lpstr>Управление сетевыми интерфейсами в Linux.</vt:lpstr>
      <vt:lpstr>Слайд 4</vt:lpstr>
      <vt:lpstr>Слайд 5</vt:lpstr>
      <vt:lpstr>Протокол IP как средство организации межсетевого взаимодействия</vt:lpstr>
      <vt:lpstr>Управление IP-адресами в Linux</vt:lpstr>
      <vt:lpstr>Основы протокола ICMP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Сетевое взаимодействие Linux</dc:title>
  <dc:creator>Кирилл</dc:creator>
  <cp:lastModifiedBy>Кирилл</cp:lastModifiedBy>
  <cp:revision>2</cp:revision>
  <dcterms:created xsi:type="dcterms:W3CDTF">2019-05-08T05:21:10Z</dcterms:created>
  <dcterms:modified xsi:type="dcterms:W3CDTF">2019-05-08T05:40:57Z</dcterms:modified>
</cp:coreProperties>
</file>