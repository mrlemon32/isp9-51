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3"/>
    <p:restoredTop sz="94681"/>
  </p:normalViewPr>
  <p:slideViewPr>
    <p:cSldViewPr snapToGrid="0" snapToObjects="1">
      <p:cViewPr varScale="1">
        <p:scale>
          <a:sx n="136" d="100"/>
          <a:sy n="136" d="100"/>
        </p:scale>
        <p:origin x="2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007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08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9305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05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017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58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40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27885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615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78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84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11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2CE8D1C-D7FF-1E45-9104-0107325EC71D}" type="datetimeFigureOut">
              <a:rPr lang="ru-RU" smtClean="0"/>
              <a:t>16.01.2022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C90C8E6-FF16-7048-8E07-B78F5274F46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8505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18609-14B3-C14E-990E-20BDE91BAA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400" dirty="0"/>
              <a:t>Методика тестирования аппаратной части ПК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E5AE73-64B3-9C4B-91D5-908D92669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408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528523-97A3-504D-80D8-C99EC5E61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2457" y="366572"/>
            <a:ext cx="7796030" cy="440279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400" dirty="0"/>
              <a:t>	Процесс тестирования можно разделить на отдельные части, называемые элементарными проверками. Элементарная проверка состоит в подаче на объект тестового воздействия и в измерении (оценке) ответа объекта на это воздействие. </a:t>
            </a:r>
          </a:p>
          <a:p>
            <a:pPr marL="0" indent="0" algn="just">
              <a:buNone/>
            </a:pPr>
            <a:r>
              <a:rPr lang="ru-RU" sz="2400" dirty="0"/>
              <a:t>	Алгоритм тестирования определяется как совокупность и последовательность элементарных проверок вместе с определенными правилами анализа результатов последних с целью отыскания места в объекте, параметры которого не отвечают заданным значениям.</a:t>
            </a:r>
          </a:p>
        </p:txBody>
      </p:sp>
      <p:pic>
        <p:nvPicPr>
          <p:cNvPr id="2050" name="Picture 2" descr="Post Click y Post View, ¿sabrías diferenciar ambos conceptos?">
            <a:extLst>
              <a:ext uri="{FF2B5EF4-FFF2-40B4-BE49-F238E27FC236}">
                <a16:creationId xmlns:a16="http://schemas.microsoft.com/office/drawing/2014/main" id="{8360BA2E-790C-C94A-A9B4-B83AD62ED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409" y="4553147"/>
            <a:ext cx="4507134" cy="218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60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Что такое post-view и post-click и как они влияют на реальные покупки">
            <a:extLst>
              <a:ext uri="{FF2B5EF4-FFF2-40B4-BE49-F238E27FC236}">
                <a16:creationId xmlns:a16="http://schemas.microsoft.com/office/drawing/2014/main" id="{928350F6-5AD1-184D-9EDB-868D8761C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373" y="5109327"/>
            <a:ext cx="2518136" cy="167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ED9C61E-76FA-8D40-B556-39A1A5344D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639" y="669303"/>
            <a:ext cx="7796030" cy="565608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	Обычно тестирование начинается по сигналу ошибки, выработанному схемами контроля ПК.</a:t>
            </a:r>
          </a:p>
          <a:p>
            <a:pPr marL="0" indent="0" algn="just">
              <a:buNone/>
            </a:pPr>
            <a:r>
              <a:rPr lang="ru-RU" sz="2400" dirty="0"/>
              <a:t>	Диагностическое программное обеспечение чрезвычайно необходимо в том случае, если система начинает сбоить или если осуществляется модернизация системы, добавляя новые устройства.</a:t>
            </a:r>
          </a:p>
          <a:p>
            <a:pPr marL="0" indent="0" algn="just">
              <a:buNone/>
            </a:pPr>
            <a:r>
              <a:rPr lang="ru-RU" sz="2400" dirty="0"/>
              <a:t>	Диагностические программы можно разделить на три уровня:</a:t>
            </a:r>
          </a:p>
          <a:p>
            <a:pPr algn="just"/>
            <a:r>
              <a:rPr lang="ru-RU" sz="2400" dirty="0"/>
              <a:t>Тестовые средства ПК (тест </a:t>
            </a:r>
            <a:r>
              <a:rPr lang="en" sz="2400" dirty="0"/>
              <a:t>POST)</a:t>
            </a:r>
          </a:p>
          <a:p>
            <a:pPr algn="just"/>
            <a:r>
              <a:rPr lang="ru-RU" sz="2400" dirty="0"/>
              <a:t>Системные средства (средства ОС)</a:t>
            </a:r>
          </a:p>
          <a:p>
            <a:pPr algn="just"/>
            <a:r>
              <a:rPr lang="ru-RU" sz="2400" dirty="0"/>
              <a:t>Дополнительные (сторонние)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400183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1A94FA-1A59-7F4D-ACDE-C67D2892EE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985" y="509048"/>
            <a:ext cx="7796030" cy="59671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en" dirty="0"/>
              <a:t>POST - </a:t>
            </a:r>
            <a:r>
              <a:rPr lang="ru-RU" dirty="0"/>
              <a:t>последовательность коротких подпрограмм, хранящихся в </a:t>
            </a:r>
            <a:r>
              <a:rPr lang="en" dirty="0"/>
              <a:t>ROM BIOS </a:t>
            </a:r>
            <a:r>
              <a:rPr lang="ru-RU" dirty="0"/>
              <a:t>на системной плате. Они предназначены для проверки основных компонентов системы сразу после ее включения, что, собственно, и является причиной задержки перед загрузкой операционной системы.</a:t>
            </a:r>
          </a:p>
          <a:p>
            <a:pPr marL="0" indent="0" algn="just">
              <a:buNone/>
            </a:pPr>
            <a:r>
              <a:rPr lang="ru-RU" dirty="0"/>
              <a:t>	При каждом включении компьютера автоматически выполняется проверка его основных компонентов:</a:t>
            </a:r>
          </a:p>
          <a:p>
            <a:pPr algn="just"/>
            <a:r>
              <a:rPr lang="ru-RU" dirty="0"/>
              <a:t> процессора,</a:t>
            </a:r>
          </a:p>
          <a:p>
            <a:pPr algn="just"/>
            <a:r>
              <a:rPr lang="ru-RU" dirty="0"/>
              <a:t> микросхемы </a:t>
            </a:r>
            <a:r>
              <a:rPr lang="en" dirty="0"/>
              <a:t>ROM,</a:t>
            </a:r>
          </a:p>
          <a:p>
            <a:pPr algn="just"/>
            <a:r>
              <a:rPr lang="en" dirty="0"/>
              <a:t> </a:t>
            </a:r>
            <a:r>
              <a:rPr lang="ru-RU" dirty="0"/>
              <a:t>вспомогательных элементов системной платы,</a:t>
            </a:r>
          </a:p>
          <a:p>
            <a:pPr algn="just"/>
            <a:r>
              <a:rPr lang="ru-RU" dirty="0"/>
              <a:t> оперативной памяти и основных периферийных устройств.</a:t>
            </a:r>
          </a:p>
          <a:p>
            <a:pPr marL="0" indent="0" algn="just">
              <a:buNone/>
            </a:pPr>
            <a:r>
              <a:rPr lang="ru-RU" dirty="0"/>
              <a:t>	Эти тесты выполняются быстро и не очень тщательно при обнаружении неисправного компонента выдается предупреждение или сообщение об ошибке (неисправности). Такие неисправности иногда называют фатальными ошибками (</a:t>
            </a:r>
            <a:r>
              <a:rPr lang="en" dirty="0"/>
              <a:t>fatal error)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77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B4F6B54-4031-8C45-B9B3-946092B5C7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985" y="386499"/>
            <a:ext cx="7796030" cy="5769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	Дополнительные программы можно разделить на :</a:t>
            </a:r>
          </a:p>
          <a:p>
            <a:pPr algn="just"/>
            <a:r>
              <a:rPr lang="ru-RU" sz="2400" i="1" dirty="0"/>
              <a:t>Информационные программы: </a:t>
            </a:r>
            <a:r>
              <a:rPr lang="ru-RU" sz="2400" dirty="0"/>
              <a:t>которые тестируют компьютер или отдельные компоненты, и выдают подробную информацию о его состоянии, функциональности, и возможных программных и физических неполадках. </a:t>
            </a:r>
          </a:p>
          <a:p>
            <a:pPr algn="just"/>
            <a:r>
              <a:rPr lang="ru-RU" sz="2400" i="1" dirty="0"/>
              <a:t>Тестовые программы:</a:t>
            </a:r>
            <a:r>
              <a:rPr lang="ru-RU" sz="2400" dirty="0"/>
              <a:t> Которые работают по принципу максимальной загрузки различными операциями, эмулирующими работу пользователя за компьютером, и замеряют общую производительность системы или производительность отдельных компонентов на основе сравнения, с уже имеющейся базой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122164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BA416-30FF-4D40-BEF6-7180B706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1145BF-11F2-014E-AB50-DEA22EC035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985" y="2035116"/>
            <a:ext cx="7796030" cy="3311189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ru-RU" dirty="0"/>
              <a:t>Конспект</a:t>
            </a:r>
          </a:p>
          <a:p>
            <a:pPr marL="457200" indent="-457200">
              <a:buAutoNum type="arabicPeriod"/>
            </a:pPr>
            <a:r>
              <a:rPr lang="ru-RU" dirty="0" err="1"/>
              <a:t>Лаб.раб</a:t>
            </a:r>
            <a:r>
              <a:rPr lang="ru-RU"/>
              <a:t> №3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682658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{21D2A8CA-26F2-AE4C-912F-81659746FCEE}tf10001071</Template>
  <TotalTime>18</TotalTime>
  <Words>317</Words>
  <Application>Microsoft Macintosh PowerPoint</Application>
  <PresentationFormat>Экран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Corbel</vt:lpstr>
      <vt:lpstr>Gill Sans MT</vt:lpstr>
      <vt:lpstr>Impact</vt:lpstr>
      <vt:lpstr>Эмблема</vt:lpstr>
      <vt:lpstr>Методика тестирования аппаратной части ПК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Методика тестирования аппаратной части ПК</dc:title>
  <dc:creator>Microsoft Office User</dc:creator>
  <cp:lastModifiedBy>Microsoft Office User</cp:lastModifiedBy>
  <cp:revision>1</cp:revision>
  <dcterms:created xsi:type="dcterms:W3CDTF">2022-01-16T12:15:46Z</dcterms:created>
  <dcterms:modified xsi:type="dcterms:W3CDTF">2022-01-16T12:33:50Z</dcterms:modified>
</cp:coreProperties>
</file>