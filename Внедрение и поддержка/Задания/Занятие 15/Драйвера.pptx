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308" r:id="rId2"/>
    <p:sldId id="309" r:id="rId3"/>
    <p:sldId id="312" r:id="rId4"/>
    <p:sldId id="310" r:id="rId5"/>
    <p:sldId id="313" r:id="rId6"/>
    <p:sldId id="314" r:id="rId7"/>
    <p:sldId id="315" r:id="rId8"/>
    <p:sldId id="317" r:id="rId9"/>
    <p:sldId id="316" r:id="rId10"/>
    <p:sldId id="318" r:id="rId11"/>
    <p:sldId id="319" r:id="rId12"/>
    <p:sldId id="365" r:id="rId13"/>
    <p:sldId id="331" r:id="rId14"/>
    <p:sldId id="354" r:id="rId15"/>
    <p:sldId id="355" r:id="rId16"/>
    <p:sldId id="356" r:id="rId17"/>
    <p:sldId id="357" r:id="rId18"/>
    <p:sldId id="364" r:id="rId19"/>
    <p:sldId id="366" r:id="rId20"/>
    <p:sldId id="353" r:id="rId21"/>
    <p:sldId id="352" r:id="rId2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586" y="-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F794-C895-4B34-B804-2354C417239C}" type="datetimeFigureOut">
              <a:rPr lang="ru-RU" smtClean="0"/>
              <a:pPr/>
              <a:t>09.02.2023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E48AB-84EC-4E8E-9944-7FCD6135A77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Драйвер. Настройка, установка и обновление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9530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sz="3200" b="1" dirty="0" smtClean="0"/>
              <a:t>		Драйвер — это связующее звено между компьютером и внешним устройством. </a:t>
            </a:r>
          </a:p>
          <a:p>
            <a:pPr algn="just">
              <a:buNone/>
            </a:pPr>
            <a:r>
              <a:rPr lang="ru-RU" sz="3200" b="1" dirty="0" smtClean="0"/>
              <a:t>		Драйвер (от англ. </a:t>
            </a:r>
            <a:r>
              <a:rPr lang="ru-RU" sz="3200" b="1" dirty="0" err="1" smtClean="0"/>
              <a:t>driver</a:t>
            </a:r>
            <a:r>
              <a:rPr lang="ru-RU" sz="3200" b="1" dirty="0" smtClean="0"/>
              <a:t>) — компьютерная программа, при помощи которой операционная система получает доступ к аппаратному обеспечению какого либо устройства и в последствии имеет возможность управлять им.</a:t>
            </a:r>
            <a:endParaRPr lang="ru-RU" sz="32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Что такое драйвер и зачем он нужен?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algn="just"/>
            <a:r>
              <a:rPr lang="ru-RU" sz="3200" dirty="0" smtClean="0"/>
              <a:t>В </a:t>
            </a:r>
            <a:r>
              <a:rPr lang="ru-RU" sz="3200" dirty="0" err="1" smtClean="0"/>
              <a:t>Windows</a:t>
            </a:r>
            <a:r>
              <a:rPr lang="ru-RU" sz="3200" dirty="0" smtClean="0"/>
              <a:t> драйверы устройств хранятся в каталоге </a:t>
            </a:r>
            <a:r>
              <a:rPr lang="ru-RU" sz="3200" b="1" dirty="0" smtClean="0"/>
              <a:t>C:\WINDOWS\SYST</a:t>
            </a:r>
            <a:r>
              <a:rPr lang="en-US" sz="3200" b="1" dirty="0" smtClean="0"/>
              <a:t>E</a:t>
            </a:r>
            <a:r>
              <a:rPr lang="ru-RU" sz="3200" b="1" dirty="0" smtClean="0"/>
              <a:t>M32</a:t>
            </a:r>
            <a:r>
              <a:rPr lang="ru-RU" sz="3200" dirty="0" smtClean="0"/>
              <a:t>. </a:t>
            </a:r>
            <a:endParaRPr lang="en-US" sz="3200" dirty="0" smtClean="0"/>
          </a:p>
          <a:p>
            <a:pPr algn="just">
              <a:buNone/>
            </a:pPr>
            <a:r>
              <a:rPr lang="en-US" sz="3200" dirty="0" smtClean="0"/>
              <a:t>		</a:t>
            </a:r>
            <a:r>
              <a:rPr lang="ru-RU" sz="3200" dirty="0" smtClean="0"/>
              <a:t>Файлы драйверов могут иметь следующие расширения: *.</a:t>
            </a:r>
            <a:r>
              <a:rPr lang="ru-RU" sz="3200" dirty="0" err="1" smtClean="0"/>
              <a:t>vxt</a:t>
            </a:r>
            <a:r>
              <a:rPr lang="ru-RU" sz="3200" dirty="0" smtClean="0"/>
              <a:t> , *.</a:t>
            </a:r>
            <a:r>
              <a:rPr lang="ru-RU" sz="3200" dirty="0" err="1" smtClean="0"/>
              <a:t>drv</a:t>
            </a:r>
            <a:r>
              <a:rPr lang="ru-RU" sz="3200" dirty="0" smtClean="0"/>
              <a:t> , *.</a:t>
            </a:r>
            <a:r>
              <a:rPr lang="ru-RU" sz="3200" dirty="0" err="1" smtClean="0"/>
              <a:t>sys</a:t>
            </a:r>
            <a:r>
              <a:rPr lang="ru-RU" sz="3200" dirty="0" smtClean="0"/>
              <a:t>, *.</a:t>
            </a:r>
            <a:r>
              <a:rPr lang="ru-RU" sz="3200" dirty="0" err="1" smtClean="0"/>
              <a:t>dll</a:t>
            </a:r>
            <a:r>
              <a:rPr lang="ru-RU" sz="3200" dirty="0" smtClean="0"/>
              <a:t>, также *.</a:t>
            </a:r>
            <a:r>
              <a:rPr lang="ru-RU" sz="3200" dirty="0" err="1" smtClean="0"/>
              <a:t>inf</a:t>
            </a:r>
            <a:r>
              <a:rPr lang="ru-RU" sz="3200" dirty="0" smtClean="0"/>
              <a:t> — файл содержит в себе сведения для установки.</a:t>
            </a:r>
            <a:endParaRPr lang="ru-RU" sz="32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Где хранятся драйвера?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4000" dirty="0" smtClean="0"/>
              <a:t>Поиск драйверов для конкретного устройства</a:t>
            </a:r>
          </a:p>
          <a:p>
            <a:r>
              <a:rPr lang="ru-RU" sz="4000" dirty="0" smtClean="0"/>
              <a:t>Установка пакета драйверов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Подходы к установке драйверов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330891"/>
          </a:xfrm>
        </p:spPr>
        <p:txBody>
          <a:bodyPr/>
          <a:lstStyle/>
          <a:p>
            <a:r>
              <a:rPr lang="en-US" dirty="0" smtClean="0"/>
              <a:t>1. </a:t>
            </a:r>
            <a:r>
              <a:rPr lang="ru-RU" dirty="0" smtClean="0"/>
              <a:t>Поиск с помощью утилит такие как </a:t>
            </a:r>
            <a:r>
              <a:rPr lang="en-US" dirty="0" smtClean="0"/>
              <a:t>aida64</a:t>
            </a:r>
          </a:p>
          <a:p>
            <a:r>
              <a:rPr lang="en-US" dirty="0" smtClean="0"/>
              <a:t>2. </a:t>
            </a:r>
            <a:r>
              <a:rPr lang="ru-RU" dirty="0" smtClean="0"/>
              <a:t>Поиск с помощью стандартного средства ОС – Диспетчера устройств. 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 smtClean="0"/>
              <a:t>Поиск драйверов для конкретного устройства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429000"/>
            <a:ext cx="4464447" cy="3234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449" y="533400"/>
            <a:ext cx="8914551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900600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9047031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702491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3. Поиск драйвера с помощью </a:t>
            </a:r>
            <a:r>
              <a:rPr lang="en-US" dirty="0" smtClean="0"/>
              <a:t>ID </a:t>
            </a:r>
            <a:r>
              <a:rPr lang="ru-RU" dirty="0" smtClean="0"/>
              <a:t>устройства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690563"/>
            <a:ext cx="75247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2400"/>
            <a:ext cx="5791200" cy="6481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/>
              <a:t>Установка пакета драйверов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09600" y="1752600"/>
            <a:ext cx="100764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ÐÐ°ÑÑÐ¸Ð½ÐºÐ¸ Ð¿Ð¾ Ð·Ð°Ð¿ÑÐ¾ÑÑ ÐÑÐ°Ð¹Ð²ÐµÑ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3733800"/>
            <a:ext cx="2242249" cy="3124200"/>
          </a:xfrm>
          <a:prstGeom prst="rect">
            <a:avLst/>
          </a:prstGeom>
          <a:noFill/>
        </p:spPr>
      </p:pic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0" y="1447800"/>
            <a:ext cx="8991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		</a:t>
            </a:r>
            <a:r>
              <a:rPr lang="ru-RU" sz="4000" dirty="0" smtClean="0"/>
              <a:t>1. ЧТО ТАКОЕ ДРАЙВЕР, МЕСТО ХРАНЕНИЯ ДРАЙВЕРОВ.</a:t>
            </a:r>
          </a:p>
          <a:p>
            <a:pPr>
              <a:buNone/>
            </a:pPr>
            <a:r>
              <a:rPr lang="ru-RU" sz="4000" dirty="0" smtClean="0"/>
              <a:t>		2. СПОСОБЫ ОБНОВЛЕНИЯ И УСТАНОВКИ ДРАЙВЕРОВ.</a:t>
            </a:r>
            <a:endParaRPr lang="ru-RU" sz="40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ВОПРОСЫ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11500" dirty="0" err="1" smtClean="0"/>
              <a:t>Ребусики</a:t>
            </a:r>
            <a:endParaRPr lang="ru-RU" sz="1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057400"/>
            <a:ext cx="54197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057400"/>
            <a:ext cx="545782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288" y="2319338"/>
            <a:ext cx="53054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4800600" cy="1418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981200"/>
            <a:ext cx="3267075" cy="1477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143000"/>
            <a:ext cx="59721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124200"/>
            <a:ext cx="59817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905000"/>
            <a:ext cx="6096000" cy="241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7400"/>
            <a:ext cx="623887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7600" y="2209800"/>
            <a:ext cx="10191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>
          <a:xfrm>
            <a:off x="684213" y="2492375"/>
            <a:ext cx="8229600" cy="1143000"/>
          </a:xfrm>
        </p:spPr>
        <p:txBody>
          <a:bodyPr/>
          <a:lstStyle/>
          <a:p>
            <a:pPr algn="ctr"/>
            <a:r>
              <a:rPr lang="ru-RU" altLang="ru-RU" smtClean="0"/>
              <a:t>СПАСИБО  ЗА   ВНИМАНИЕ!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2136</TotalTime>
  <Words>88</Words>
  <Application>Microsoft Office PowerPoint</Application>
  <PresentationFormat>Экран (4:3)</PresentationFormat>
  <Paragraphs>27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Открытая</vt:lpstr>
      <vt:lpstr>Драйвер. Настройка, установка и обновление</vt:lpstr>
      <vt:lpstr>Что такое драйвер и зачем он нужен?</vt:lpstr>
      <vt:lpstr>Где хранятся драйвера?</vt:lpstr>
      <vt:lpstr>Подходы к установке драйверов</vt:lpstr>
      <vt:lpstr>Поиск драйверов для конкретного устройства</vt:lpstr>
      <vt:lpstr>Слайд 6</vt:lpstr>
      <vt:lpstr>Слайд 7</vt:lpstr>
      <vt:lpstr>Слайд 8</vt:lpstr>
      <vt:lpstr>Слайд 9</vt:lpstr>
      <vt:lpstr>Слайд 10</vt:lpstr>
      <vt:lpstr>Установка пакета драйверов</vt:lpstr>
      <vt:lpstr>ВОПРОСЫ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СПАСИБО  ЗА  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 04.01 Внедрение и поддержка компьютерных систем</dc:title>
  <dc:creator>Кирилл</dc:creator>
  <cp:lastModifiedBy>Кирилл</cp:lastModifiedBy>
  <cp:revision>76</cp:revision>
  <dcterms:created xsi:type="dcterms:W3CDTF">2018-01-11T05:40:38Z</dcterms:created>
  <dcterms:modified xsi:type="dcterms:W3CDTF">2023-02-09T05:32:04Z</dcterms:modified>
</cp:coreProperties>
</file>