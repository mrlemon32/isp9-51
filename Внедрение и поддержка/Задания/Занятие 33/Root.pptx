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27"/>
  </p:normalViewPr>
  <p:slideViewPr>
    <p:cSldViewPr snapToGrid="0" snapToObjects="1">
      <p:cViewPr varScale="1">
        <p:scale>
          <a:sx n="110" d="100"/>
          <a:sy n="110" d="100"/>
        </p:scale>
        <p:origin x="63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4/7/20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4/7/20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4/7/20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4/7/20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4/7/20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4/7/20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4/7/20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4/7/20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4/7/20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4/7/20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4/7/20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4/7/20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" TargetMode="External"/><Relationship Id="rId2" Type="http://schemas.openxmlformats.org/officeDocument/2006/relationships/hyperlink" Target="https://ru.wikipedia.org/wiki/%D0%90%D0%BA%D0%BA%D0%B0%D1%83%D0%BD%D1%8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322A0-8D2B-E442-9CBE-8A18BE823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ROOT </a:t>
            </a:r>
            <a:r>
              <a:rPr lang="ru-RU" dirty="0"/>
              <a:t>пользователь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68F8C0-12E1-6F4E-8446-84901B82D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6F530-B0CA-C04A-8D33-11BAA519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BB4FC-5FAB-4F4F-8320-8E39619CD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err="1"/>
              <a:t>root</a:t>
            </a:r>
            <a:r>
              <a:rPr lang="ru-RU" dirty="0"/>
              <a:t> или </a:t>
            </a:r>
            <a:r>
              <a:rPr lang="ru-RU" dirty="0" err="1"/>
              <a:t>суперпо́льзователь</a:t>
            </a:r>
            <a:r>
              <a:rPr lang="ru-RU" dirty="0"/>
              <a:t> — это специальный </a:t>
            </a:r>
            <a:r>
              <a:rPr lang="ru-RU" dirty="0">
                <a:hlinkClick r:id="rId2" tooltip="Аккаунт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аккаунт</a:t>
            </a:r>
            <a:r>
              <a:rPr lang="ru-RU" dirty="0"/>
              <a:t> и группа пользователей в </a:t>
            </a:r>
            <a:r>
              <a:rPr lang="ru-RU" dirty="0">
                <a:hlinkClick r:id="rId3" tooltip="UN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UNIX</a:t>
            </a:r>
            <a:r>
              <a:rPr lang="ru-RU" dirty="0"/>
              <a:t>-подобных системах с идентификатором (UID, User </a:t>
            </a:r>
            <a:r>
              <a:rPr lang="ru-RU" dirty="0" err="1"/>
              <a:t>IDentifier</a:t>
            </a:r>
            <a:r>
              <a:rPr lang="ru-RU" dirty="0"/>
              <a:t>), владелец которого имеет право на выполнение всех без исключения операций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err="1"/>
              <a:t>Суперпользователь</a:t>
            </a:r>
            <a:r>
              <a:rPr lang="ru-RU" dirty="0"/>
              <a:t> UNIX-систем имеет логин «</a:t>
            </a:r>
            <a:r>
              <a:rPr lang="ru-RU" dirty="0" err="1"/>
              <a:t>root</a:t>
            </a:r>
            <a:r>
              <a:rPr lang="ru-RU" dirty="0"/>
              <a:t>» только по умолчанию и легко переименовывается при необходимости. Пользователей с правами, аналогичными </a:t>
            </a:r>
            <a:r>
              <a:rPr lang="ru-RU" dirty="0" err="1"/>
              <a:t>root</a:t>
            </a:r>
            <a:r>
              <a:rPr lang="ru-RU" dirty="0"/>
              <a:t>, в системе может быть больше одного, для этого пользователь должен принадлежать к группе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60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6EBFA-BA08-E740-9203-D8171538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Плюсы </a:t>
            </a:r>
            <a:r>
              <a:rPr lang="en" b="1" dirty="0"/>
              <a:t>Root All </a:t>
            </a:r>
            <a:r>
              <a:rPr lang="ru-RU" b="1" dirty="0"/>
              <a:t>прав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28177-615C-6447-8672-F2FEA0B3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Редактирование системных файлов (включая </a:t>
            </a:r>
            <a:r>
              <a:rPr lang="ru-RU" dirty="0" err="1"/>
              <a:t>vold.fstab</a:t>
            </a:r>
            <a:r>
              <a:rPr lang="ru-RU" dirty="0"/>
              <a:t>);</a:t>
            </a:r>
          </a:p>
          <a:p>
            <a:r>
              <a:rPr lang="ru-RU" dirty="0"/>
              <a:t>Изменение содержимого директории /</a:t>
            </a:r>
            <a:r>
              <a:rPr lang="ru-RU" dirty="0" err="1"/>
              <a:t>system</a:t>
            </a:r>
            <a:r>
              <a:rPr lang="ru-RU" dirty="0"/>
              <a:t> </a:t>
            </a:r>
            <a:r>
              <a:rPr lang="ru-RU" b="1" dirty="0"/>
              <a:t>(только </a:t>
            </a:r>
            <a:r>
              <a:rPr lang="ru-RU" b="1" dirty="0" err="1"/>
              <a:t>Full</a:t>
            </a:r>
            <a:r>
              <a:rPr lang="ru-RU" b="1" dirty="0"/>
              <a:t> </a:t>
            </a:r>
            <a:r>
              <a:rPr lang="ru-RU" b="1" dirty="0" err="1"/>
              <a:t>Root</a:t>
            </a:r>
            <a:r>
              <a:rPr lang="ru-RU" b="1" dirty="0"/>
              <a:t>)</a:t>
            </a:r>
            <a:r>
              <a:rPr lang="ru-RU" dirty="0"/>
              <a:t>;</a:t>
            </a:r>
          </a:p>
          <a:p>
            <a:r>
              <a:rPr lang="ru-RU" dirty="0"/>
              <a:t>Кардинальная очистка встроенной памяти (скрытый кэш, или </a:t>
            </a:r>
            <a:r>
              <a:rPr lang="ru-RU" dirty="0" err="1"/>
              <a:t>dalvik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) с помощью </a:t>
            </a:r>
            <a:r>
              <a:rPr lang="ru-RU" dirty="0" err="1"/>
              <a:t>recovery</a:t>
            </a:r>
            <a:r>
              <a:rPr lang="ru-RU" dirty="0"/>
              <a:t> или программ наподобие </a:t>
            </a:r>
            <a:r>
              <a:rPr lang="ru-RU" dirty="0" err="1"/>
              <a:t>SDMaid</a:t>
            </a:r>
            <a:r>
              <a:rPr lang="ru-RU" dirty="0"/>
              <a:t> </a:t>
            </a:r>
            <a:r>
              <a:rPr lang="ru-RU" dirty="0" err="1"/>
              <a:t>Pro</a:t>
            </a:r>
            <a:r>
              <a:rPr lang="ru-RU" dirty="0"/>
              <a:t>;</a:t>
            </a:r>
          </a:p>
          <a:p>
            <a:r>
              <a:rPr lang="ru-RU" dirty="0"/>
              <a:t>Использование всех функций программ, требующих </a:t>
            </a:r>
            <a:r>
              <a:rPr lang="ru-RU" dirty="0" err="1"/>
              <a:t>root</a:t>
            </a:r>
            <a:r>
              <a:rPr lang="ru-RU" dirty="0"/>
              <a:t> для полноценной работы (для некоторых или всех функций);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74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728D-68CF-ED40-B3C3-352FCD8C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 </a:t>
            </a:r>
            <a:r>
              <a:rPr lang="en-US" dirty="0"/>
              <a:t>ROOT </a:t>
            </a:r>
            <a:r>
              <a:rPr lang="ru-RU" dirty="0"/>
              <a:t>прав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4F659-2816-8A49-B43A-D36E1292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Безопасность устройства скорее всего снизится;</a:t>
            </a:r>
          </a:p>
          <a:p>
            <a:r>
              <a:rPr lang="ru-RU" dirty="0"/>
              <a:t>Любые программы, в том числе вирусы, могут получить доступ к </a:t>
            </a:r>
            <a:r>
              <a:rPr lang="ru-RU" dirty="0" err="1"/>
              <a:t>root</a:t>
            </a:r>
            <a:r>
              <a:rPr lang="ru-RU" dirty="0"/>
              <a:t> правам и причинить вред устройству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43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4</TotalTime>
  <Words>47</Words>
  <Application>Microsoft Macintosh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Calibri</vt:lpstr>
      <vt:lpstr>Cambria</vt:lpstr>
      <vt:lpstr>Rockwell</vt:lpstr>
      <vt:lpstr>Rockwell Condensed</vt:lpstr>
      <vt:lpstr>Rockwell Extra Bold</vt:lpstr>
      <vt:lpstr>Wingdings</vt:lpstr>
      <vt:lpstr>Дерево</vt:lpstr>
      <vt:lpstr>ROOT пользователь</vt:lpstr>
      <vt:lpstr>Презентация PowerPoint</vt:lpstr>
      <vt:lpstr>Плюсы Root All прав</vt:lpstr>
      <vt:lpstr>Минусы ROOT прав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 пользователь</dc:title>
  <dc:creator>Microsoft Office User</dc:creator>
  <cp:lastModifiedBy>Microsoft Office User</cp:lastModifiedBy>
  <cp:revision>1</cp:revision>
  <dcterms:created xsi:type="dcterms:W3CDTF">2020-04-07T05:51:57Z</dcterms:created>
  <dcterms:modified xsi:type="dcterms:W3CDTF">2020-04-07T05:56:15Z</dcterms:modified>
</cp:coreProperties>
</file>