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33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6.xml" ContentType="application/vnd.openxmlformats-officedocument.presentationml.slide+xml"/>
  <Override PartName="/ppt/slides/slide24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1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27.xml" ContentType="application/vnd.openxmlformats-officedocument.presentationml.slide+xml"/>
  <Override PartName="/ppt/slides/slide4.xml" ContentType="application/vnd.openxmlformats-officedocument.presentationml.slide+xml"/>
  <Override PartName="/ppt/slides/slide15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32.xml" ContentType="application/vnd.openxmlformats-officedocument.presentationml.slide+xml"/>
  <Override PartName="/ppt/slideLayouts/slideLayout60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s/slide23.xml" ContentType="application/vnd.openxmlformats-officedocument.presentationml.slide+xml"/>
  <Override PartName="/ppt/slideLayouts/slideLayout52.xml" ContentType="application/vnd.openxmlformats-officedocument.presentationml.slideLayout+xml"/>
  <Override PartName="/ppt/slides/slide29.xml" ContentType="application/vnd.openxmlformats-officedocument.presentationml.slide+xml"/>
  <Override PartName="/ppt/slideLayouts/slideLayout49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5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s/slide25.xml" ContentType="application/vnd.openxmlformats-officedocument.presentationml.slide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4.xml" ContentType="application/vnd.openxmlformats-officedocument.theme+xml"/>
  <Override PartName="/ppt/slides/slide22.xml" ContentType="application/vnd.openxmlformats-officedocument.presentationml.slide+xml"/>
  <Override PartName="/ppt/slideMasters/slideMaster4.xml" ContentType="application/vnd.openxmlformats-officedocument.presentationml.slideMaster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3.xml" ContentType="application/vnd.openxmlformats-officedocument.presentationml.slideLayout+xml"/>
  <Override PartName="/ppt/tableStyles.xml" ContentType="application/vnd.openxmlformats-officedocument.presentationml.tableStyles+xml"/>
  <Override PartName="/ppt/slides/slide16.xml" ContentType="application/vnd.openxmlformats-officedocument.presentationml.slide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s/slide28.xml" ContentType="application/vnd.openxmlformats-officedocument.presentationml.slide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35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55.xml" ContentType="application/vnd.openxmlformats-officedocument.presentationml.slideLayout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Masters/slideMaster3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Masters/slideMaster5.xml" ContentType="application/vnd.openxmlformats-officedocument.presentationml.slideMaster+xml"/>
  <Override PartName="/ppt/slideLayouts/slideLayout2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8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  <p:sldMasterId id="2147483661" r:id="rId2"/>
    <p:sldMasterId id="2147483674" r:id="rId3"/>
    <p:sldMasterId id="2147483687" r:id="rId4"/>
    <p:sldMasterId id="2147483700" r:id="rId5"/>
  </p:sld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236" y="-90"/>
      </p:cViewPr>
      <p:guideLst>
        <p:guide pos="2160" orient="horz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theme" Target="theme/theme1.xml"/><Relationship Id="rId7" Type="http://schemas.openxmlformats.org/officeDocument/2006/relationships/theme" Target="theme/theme2.xml"/><Relationship Id="rId8" Type="http://schemas.openxmlformats.org/officeDocument/2006/relationships/theme" Target="theme/theme3.xml"/><Relationship Id="rId9" Type="http://schemas.openxmlformats.org/officeDocument/2006/relationships/theme" Target="theme/theme4.xml"/><Relationship Id="rId10" Type="http://schemas.openxmlformats.org/officeDocument/2006/relationships/theme" Target="theme/theme5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presProps" Target="presProps.xml" /><Relationship Id="rId45" Type="http://schemas.openxmlformats.org/officeDocument/2006/relationships/tableStyles" Target="tableStyles.xml" /><Relationship Id="rId46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 bwMode="auto">
          <a:xfrm>
            <a:off x="457200" y="1600200"/>
            <a:ext cx="8229600" cy="452592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82296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40158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 bwMode="auto">
          <a:xfrm>
            <a:off x="4674240" y="1600200"/>
            <a:ext cx="40158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 bwMode="auto">
          <a:xfrm>
            <a:off x="457200" y="274320"/>
            <a:ext cx="8229600" cy="529956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 bwMode="auto">
          <a:xfrm>
            <a:off x="4674240" y="1600200"/>
            <a:ext cx="40158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 bwMode="auto">
          <a:xfrm>
            <a:off x="457200" y="396432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40158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 bwMode="auto">
          <a:xfrm>
            <a:off x="4674240" y="160020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 bwMode="auto">
          <a:xfrm>
            <a:off x="4674240" y="396432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 bwMode="auto">
          <a:xfrm>
            <a:off x="4674240" y="160020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 bwMode="auto">
          <a:xfrm>
            <a:off x="457200" y="3964320"/>
            <a:ext cx="822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822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 bwMode="auto">
          <a:xfrm>
            <a:off x="457200" y="3964320"/>
            <a:ext cx="822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 bwMode="auto">
          <a:xfrm>
            <a:off x="4674240" y="160020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 bwMode="auto">
          <a:xfrm>
            <a:off x="457200" y="396432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 bwMode="auto">
          <a:xfrm>
            <a:off x="4674240" y="396432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264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 bwMode="auto">
          <a:xfrm>
            <a:off x="3239640" y="1600200"/>
            <a:ext cx="264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 bwMode="auto">
          <a:xfrm>
            <a:off x="6022080" y="1600200"/>
            <a:ext cx="264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 bwMode="auto">
          <a:xfrm>
            <a:off x="457200" y="3964320"/>
            <a:ext cx="264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 bwMode="auto">
          <a:xfrm>
            <a:off x="3239640" y="3964320"/>
            <a:ext cx="264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 bwMode="auto">
          <a:xfrm>
            <a:off x="6022080" y="3964320"/>
            <a:ext cx="264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 bwMode="auto">
          <a:xfrm>
            <a:off x="457200" y="1600200"/>
            <a:ext cx="8229600" cy="452592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82296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40158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 bwMode="auto">
          <a:xfrm>
            <a:off x="4674240" y="1600200"/>
            <a:ext cx="40158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 bwMode="auto">
          <a:xfrm>
            <a:off x="457200" y="274320"/>
            <a:ext cx="8229600" cy="529956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 bwMode="auto">
          <a:xfrm>
            <a:off x="4674240" y="1600200"/>
            <a:ext cx="40158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 bwMode="auto">
          <a:xfrm>
            <a:off x="457200" y="396432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40158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 bwMode="auto">
          <a:xfrm>
            <a:off x="4674240" y="160020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 bwMode="auto">
          <a:xfrm>
            <a:off x="4674240" y="396432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 bwMode="auto">
          <a:xfrm>
            <a:off x="4674240" y="160020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 bwMode="auto">
          <a:xfrm>
            <a:off x="457200" y="3964320"/>
            <a:ext cx="822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822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 bwMode="auto">
          <a:xfrm>
            <a:off x="457200" y="3964320"/>
            <a:ext cx="822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 bwMode="auto">
          <a:xfrm>
            <a:off x="4674240" y="160020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 bwMode="auto">
          <a:xfrm>
            <a:off x="457200" y="396432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 bwMode="auto">
          <a:xfrm>
            <a:off x="4674240" y="396432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264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 bwMode="auto">
          <a:xfrm>
            <a:off x="3239640" y="1600200"/>
            <a:ext cx="264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 bwMode="auto">
          <a:xfrm>
            <a:off x="6022080" y="1600200"/>
            <a:ext cx="264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 bwMode="auto">
          <a:xfrm>
            <a:off x="457200" y="3964320"/>
            <a:ext cx="264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 bwMode="auto">
          <a:xfrm>
            <a:off x="3239640" y="3964320"/>
            <a:ext cx="264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 bwMode="auto">
          <a:xfrm>
            <a:off x="6022080" y="3964320"/>
            <a:ext cx="264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 bwMode="auto">
          <a:xfrm>
            <a:off x="457200" y="1600200"/>
            <a:ext cx="8229600" cy="452592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82296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40158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 bwMode="auto">
          <a:xfrm>
            <a:off x="4674240" y="1600200"/>
            <a:ext cx="40158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 bwMode="auto">
          <a:xfrm>
            <a:off x="457200" y="274320"/>
            <a:ext cx="8229600" cy="529956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 bwMode="auto">
          <a:xfrm>
            <a:off x="4674240" y="1600200"/>
            <a:ext cx="40158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 bwMode="auto">
          <a:xfrm>
            <a:off x="457200" y="396432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40158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 bwMode="auto">
          <a:xfrm>
            <a:off x="4674240" y="160020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 bwMode="auto">
          <a:xfrm>
            <a:off x="4674240" y="396432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 bwMode="auto">
          <a:xfrm>
            <a:off x="4674240" y="160020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 bwMode="auto">
          <a:xfrm>
            <a:off x="457200" y="3964320"/>
            <a:ext cx="822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822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 bwMode="auto">
          <a:xfrm>
            <a:off x="457200" y="3964320"/>
            <a:ext cx="822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 bwMode="auto">
          <a:xfrm>
            <a:off x="4674240" y="160020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 bwMode="auto">
          <a:xfrm>
            <a:off x="457200" y="396432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 bwMode="auto">
          <a:xfrm>
            <a:off x="4674240" y="396432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264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 bwMode="auto">
          <a:xfrm>
            <a:off x="3239640" y="1600200"/>
            <a:ext cx="264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 bwMode="auto">
          <a:xfrm>
            <a:off x="6022080" y="1600200"/>
            <a:ext cx="264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 bwMode="auto">
          <a:xfrm>
            <a:off x="457200" y="3964320"/>
            <a:ext cx="264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 bwMode="auto">
          <a:xfrm>
            <a:off x="3239640" y="3964320"/>
            <a:ext cx="264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 bwMode="auto">
          <a:xfrm>
            <a:off x="6022080" y="3964320"/>
            <a:ext cx="264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ubTitle"/>
          </p:nvPr>
        </p:nvSpPr>
        <p:spPr bwMode="auto">
          <a:xfrm>
            <a:off x="457200" y="1600200"/>
            <a:ext cx="8229600" cy="452592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82296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40158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 bwMode="auto">
          <a:xfrm>
            <a:off x="4674240" y="1600200"/>
            <a:ext cx="40158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ubTitle"/>
          </p:nvPr>
        </p:nvSpPr>
        <p:spPr bwMode="auto">
          <a:xfrm>
            <a:off x="457200" y="274320"/>
            <a:ext cx="8229600" cy="529956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body"/>
          </p:nvPr>
        </p:nvSpPr>
        <p:spPr bwMode="auto">
          <a:xfrm>
            <a:off x="4674240" y="1600200"/>
            <a:ext cx="40158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 type="body"/>
          </p:nvPr>
        </p:nvSpPr>
        <p:spPr bwMode="auto">
          <a:xfrm>
            <a:off x="457200" y="396432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40158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body"/>
          </p:nvPr>
        </p:nvSpPr>
        <p:spPr bwMode="auto">
          <a:xfrm>
            <a:off x="4674240" y="160020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 type="body"/>
          </p:nvPr>
        </p:nvSpPr>
        <p:spPr bwMode="auto">
          <a:xfrm>
            <a:off x="4674240" y="396432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 bwMode="auto">
          <a:xfrm>
            <a:off x="4674240" y="160020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body"/>
          </p:nvPr>
        </p:nvSpPr>
        <p:spPr bwMode="auto">
          <a:xfrm>
            <a:off x="457200" y="3964320"/>
            <a:ext cx="822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822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body"/>
          </p:nvPr>
        </p:nvSpPr>
        <p:spPr bwMode="auto">
          <a:xfrm>
            <a:off x="457200" y="3964320"/>
            <a:ext cx="822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body"/>
          </p:nvPr>
        </p:nvSpPr>
        <p:spPr bwMode="auto">
          <a:xfrm>
            <a:off x="4674240" y="160020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 type="body"/>
          </p:nvPr>
        </p:nvSpPr>
        <p:spPr bwMode="auto">
          <a:xfrm>
            <a:off x="457200" y="396432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 type="body"/>
          </p:nvPr>
        </p:nvSpPr>
        <p:spPr bwMode="auto">
          <a:xfrm>
            <a:off x="4674240" y="396432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264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body"/>
          </p:nvPr>
        </p:nvSpPr>
        <p:spPr bwMode="auto">
          <a:xfrm>
            <a:off x="3239640" y="1600200"/>
            <a:ext cx="264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 type="body"/>
          </p:nvPr>
        </p:nvSpPr>
        <p:spPr bwMode="auto">
          <a:xfrm>
            <a:off x="6022080" y="1600200"/>
            <a:ext cx="264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 type="body"/>
          </p:nvPr>
        </p:nvSpPr>
        <p:spPr bwMode="auto">
          <a:xfrm>
            <a:off x="457200" y="3964320"/>
            <a:ext cx="264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2" name="PlaceHolder 6"/>
          <p:cNvSpPr>
            <a:spLocks noGrp="1"/>
          </p:cNvSpPr>
          <p:nvPr>
            <p:ph type="body"/>
          </p:nvPr>
        </p:nvSpPr>
        <p:spPr bwMode="auto">
          <a:xfrm>
            <a:off x="3239640" y="3964320"/>
            <a:ext cx="264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3" name="PlaceHolder 7"/>
          <p:cNvSpPr>
            <a:spLocks noGrp="1"/>
          </p:cNvSpPr>
          <p:nvPr>
            <p:ph type="body"/>
          </p:nvPr>
        </p:nvSpPr>
        <p:spPr bwMode="auto">
          <a:xfrm>
            <a:off x="6022080" y="3964320"/>
            <a:ext cx="264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subTitle"/>
          </p:nvPr>
        </p:nvSpPr>
        <p:spPr bwMode="auto">
          <a:xfrm>
            <a:off x="457200" y="1600200"/>
            <a:ext cx="8229600" cy="452592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82296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40158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body"/>
          </p:nvPr>
        </p:nvSpPr>
        <p:spPr bwMode="auto">
          <a:xfrm>
            <a:off x="4674240" y="1600200"/>
            <a:ext cx="40158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ubTitle"/>
          </p:nvPr>
        </p:nvSpPr>
        <p:spPr bwMode="auto">
          <a:xfrm>
            <a:off x="457200" y="274320"/>
            <a:ext cx="8229600" cy="529956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pPr algn="ctr"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body"/>
          </p:nvPr>
        </p:nvSpPr>
        <p:spPr bwMode="auto">
          <a:xfrm>
            <a:off x="4674240" y="1600200"/>
            <a:ext cx="40158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 type="body"/>
          </p:nvPr>
        </p:nvSpPr>
        <p:spPr bwMode="auto">
          <a:xfrm>
            <a:off x="457200" y="396432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40158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body"/>
          </p:nvPr>
        </p:nvSpPr>
        <p:spPr bwMode="auto">
          <a:xfrm>
            <a:off x="4674240" y="160020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5" name="PlaceHolder 4"/>
          <p:cNvSpPr>
            <a:spLocks noGrp="1"/>
          </p:cNvSpPr>
          <p:nvPr>
            <p:ph type="body"/>
          </p:nvPr>
        </p:nvSpPr>
        <p:spPr bwMode="auto">
          <a:xfrm>
            <a:off x="4674240" y="396432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body"/>
          </p:nvPr>
        </p:nvSpPr>
        <p:spPr bwMode="auto">
          <a:xfrm>
            <a:off x="4674240" y="160020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 type="body"/>
          </p:nvPr>
        </p:nvSpPr>
        <p:spPr bwMode="auto">
          <a:xfrm>
            <a:off x="457200" y="3964320"/>
            <a:ext cx="822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822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body"/>
          </p:nvPr>
        </p:nvSpPr>
        <p:spPr bwMode="auto">
          <a:xfrm>
            <a:off x="457200" y="3964320"/>
            <a:ext cx="822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body"/>
          </p:nvPr>
        </p:nvSpPr>
        <p:spPr bwMode="auto">
          <a:xfrm>
            <a:off x="4674240" y="160020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 type="body"/>
          </p:nvPr>
        </p:nvSpPr>
        <p:spPr bwMode="auto">
          <a:xfrm>
            <a:off x="457200" y="396432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7" name="PlaceHolder 5"/>
          <p:cNvSpPr>
            <a:spLocks noGrp="1"/>
          </p:cNvSpPr>
          <p:nvPr>
            <p:ph type="body"/>
          </p:nvPr>
        </p:nvSpPr>
        <p:spPr bwMode="auto">
          <a:xfrm>
            <a:off x="4674240" y="396432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264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body"/>
          </p:nvPr>
        </p:nvSpPr>
        <p:spPr bwMode="auto">
          <a:xfrm>
            <a:off x="3239640" y="1600200"/>
            <a:ext cx="264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 type="body"/>
          </p:nvPr>
        </p:nvSpPr>
        <p:spPr bwMode="auto">
          <a:xfrm>
            <a:off x="6022080" y="1600200"/>
            <a:ext cx="264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2" name="PlaceHolder 5"/>
          <p:cNvSpPr>
            <a:spLocks noGrp="1"/>
          </p:cNvSpPr>
          <p:nvPr>
            <p:ph type="body"/>
          </p:nvPr>
        </p:nvSpPr>
        <p:spPr bwMode="auto">
          <a:xfrm>
            <a:off x="457200" y="3964320"/>
            <a:ext cx="264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3" name="PlaceHolder 6"/>
          <p:cNvSpPr>
            <a:spLocks noGrp="1"/>
          </p:cNvSpPr>
          <p:nvPr>
            <p:ph type="body"/>
          </p:nvPr>
        </p:nvSpPr>
        <p:spPr bwMode="auto">
          <a:xfrm>
            <a:off x="3239640" y="3964320"/>
            <a:ext cx="264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4" name="PlaceHolder 7"/>
          <p:cNvSpPr>
            <a:spLocks noGrp="1"/>
          </p:cNvSpPr>
          <p:nvPr>
            <p:ph type="body"/>
          </p:nvPr>
        </p:nvSpPr>
        <p:spPr bwMode="auto">
          <a:xfrm>
            <a:off x="6022080" y="3964320"/>
            <a:ext cx="264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2.xml"/></Relationships>
</file>

<file path=ppt/slideMasters/_rels/slideMaster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6.xml"/><Relationship Id="rId13" Type="http://schemas.openxmlformats.org/officeDocument/2006/relationships/theme" Target="../theme/theme3.xml"/></Relationships>
</file>

<file path=ppt/slideMasters/_rels/slideMaster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48.xml"/><Relationship Id="rId13" Type="http://schemas.openxmlformats.org/officeDocument/2006/relationships/theme" Target="../theme/theme4.xml"/></Relationships>
</file>

<file path=ppt/slideMasters/_rels/slideMaster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6.xml"/><Relationship Id="rId9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0.xml"/><Relationship Id="rId13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82296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 marL="342720" indent="-34272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2680" lvl="1" indent="-28548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5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6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 bwMode="auto">
          <a:xfrm>
            <a:off x="456840" y="6356520"/>
            <a:ext cx="2133720" cy="36504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1800" b="0" strike="noStrike" spc="-1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 bwMode="auto">
          <a:xfrm>
            <a:off x="3124080" y="6356520"/>
            <a:ext cx="2895840" cy="36504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1800" b="0" strike="noStrike" spc="-1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 bwMode="auto">
          <a:xfrm>
            <a:off x="6552720" y="6356520"/>
            <a:ext cx="2133720" cy="36504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F61B945A-352C-44E6-9A88-B5A569F5306D}" type="slidenum">
              <a:rPr lang="ru-RU" sz="1200" b="0" strike="noStrike" spc="-1">
                <a:solidFill>
                  <a:srgbClr val="898989"/>
                </a:solidFill>
                <a:latin typeface="Garamond"/>
              </a:rPr>
              <a:t/>
            </a:fld>
            <a:endParaRPr lang="en-US" sz="1200" b="0" strike="noStrike" spc="-1">
              <a:solidFill>
                <a:srgbClr val="000000"/>
              </a:solidFill>
              <a:latin typeface="Garamon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82296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 marL="342720" indent="-34272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2680" lvl="1" indent="-28548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5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6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 bwMode="auto">
          <a:xfrm>
            <a:off x="456840" y="6356520"/>
            <a:ext cx="2133720" cy="36504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1800" b="0" strike="noStrike" spc="-1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 bwMode="auto">
          <a:xfrm>
            <a:off x="3124080" y="6356520"/>
            <a:ext cx="2895840" cy="36504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1800" b="0" strike="noStrike" spc="-1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 bwMode="auto">
          <a:xfrm>
            <a:off x="6552720" y="6356520"/>
            <a:ext cx="2133720" cy="36504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BF35211F-1432-428F-B701-2C782178274D}" type="slidenum">
              <a:rPr lang="ru-RU" sz="1200" b="0" strike="noStrike" spc="-1">
                <a:solidFill>
                  <a:srgbClr val="898989"/>
                </a:solidFill>
                <a:latin typeface="Garamond"/>
              </a:rPr>
              <a:t/>
            </a:fld>
            <a:endParaRPr lang="en-US" sz="1200" b="0" strike="noStrike" spc="-1">
              <a:solidFill>
                <a:srgbClr val="000000"/>
              </a:solidFill>
              <a:latin typeface="Garamon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82296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 marL="342720" indent="-34272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2680" lvl="1" indent="-28548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5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6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/>
          </p:nvPr>
        </p:nvSpPr>
        <p:spPr bwMode="auto">
          <a:xfrm>
            <a:off x="456840" y="6356520"/>
            <a:ext cx="2133720" cy="36504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1800" b="0" strike="noStrike" spc="-1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ftr"/>
          </p:nvPr>
        </p:nvSpPr>
        <p:spPr bwMode="auto">
          <a:xfrm>
            <a:off x="3124080" y="6356520"/>
            <a:ext cx="2895840" cy="36504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1800" b="0" strike="noStrike" spc="-1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sldNum"/>
          </p:nvPr>
        </p:nvSpPr>
        <p:spPr bwMode="auto">
          <a:xfrm>
            <a:off x="6552720" y="6356520"/>
            <a:ext cx="2133720" cy="36504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B8848892-B63C-46C0-BE72-2D096013C0F4}" type="slidenum">
              <a:rPr lang="ru-RU" sz="1200" b="0" strike="noStrike" spc="-1">
                <a:solidFill>
                  <a:srgbClr val="898989"/>
                </a:solidFill>
                <a:latin typeface="Garamond"/>
              </a:rPr>
              <a:t/>
            </a:fld>
            <a:endParaRPr lang="en-US" sz="1200" b="0" strike="noStrike" spc="-1">
              <a:solidFill>
                <a:srgbClr val="000000"/>
              </a:solidFill>
              <a:latin typeface="Garamon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82296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 marL="342720" indent="-34272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2680" lvl="1" indent="-28548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5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6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dt"/>
          </p:nvPr>
        </p:nvSpPr>
        <p:spPr bwMode="auto">
          <a:xfrm>
            <a:off x="456840" y="6356520"/>
            <a:ext cx="2133720" cy="36504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1800" b="0" strike="noStrike" spc="-1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ftr"/>
          </p:nvPr>
        </p:nvSpPr>
        <p:spPr bwMode="auto">
          <a:xfrm>
            <a:off x="3124080" y="6356520"/>
            <a:ext cx="2895840" cy="36504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1800" b="0" strike="noStrike" spc="-1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 type="sldNum"/>
          </p:nvPr>
        </p:nvSpPr>
        <p:spPr bwMode="auto">
          <a:xfrm>
            <a:off x="6552720" y="6356520"/>
            <a:ext cx="2133720" cy="36504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E17E03F-653D-485B-8162-60A1A7305F97}" type="slidenum">
              <a:rPr lang="ru-RU" sz="1200" b="0" strike="noStrike" spc="-1">
                <a:solidFill>
                  <a:srgbClr val="898989"/>
                </a:solidFill>
                <a:latin typeface="Garamond"/>
              </a:rPr>
              <a:t/>
            </a:fld>
            <a:endParaRPr lang="en-US" sz="1200" b="0" strike="noStrike" spc="-1">
              <a:solidFill>
                <a:srgbClr val="000000"/>
              </a:solidFill>
              <a:latin typeface="Garamon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82296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p>
            <a:pPr marL="342720" indent="-34272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2680" lvl="1" indent="-28548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5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6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dt"/>
          </p:nvPr>
        </p:nvSpPr>
        <p:spPr bwMode="auto">
          <a:xfrm>
            <a:off x="456840" y="6356520"/>
            <a:ext cx="2133720" cy="36504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1800" b="0" strike="noStrike" spc="-1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ftr"/>
          </p:nvPr>
        </p:nvSpPr>
        <p:spPr bwMode="auto">
          <a:xfrm>
            <a:off x="3124080" y="6356520"/>
            <a:ext cx="2895840" cy="36504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1800" b="0" strike="noStrike" spc="-1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168" name="PlaceHolder 5"/>
          <p:cNvSpPr>
            <a:spLocks noGrp="1"/>
          </p:cNvSpPr>
          <p:nvPr>
            <p:ph type="sldNum"/>
          </p:nvPr>
        </p:nvSpPr>
        <p:spPr bwMode="auto">
          <a:xfrm>
            <a:off x="6552720" y="6356520"/>
            <a:ext cx="2133720" cy="36504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23ADFCC5-A83F-4957-A74C-D179A635467C}" type="slidenum">
              <a:rPr lang="ru-RU" sz="1200" b="0" strike="noStrike" spc="-1">
                <a:solidFill>
                  <a:srgbClr val="898989"/>
                </a:solidFill>
                <a:latin typeface="Garamond"/>
              </a:rPr>
              <a:t/>
            </a:fld>
            <a:endParaRPr lang="en-US" sz="1200" b="0" strike="noStrike" spc="-1">
              <a:solidFill>
                <a:srgbClr val="000000"/>
              </a:solidFill>
              <a:latin typeface="Garamon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5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6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5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6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7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jp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jp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jp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image" Target="../media/image22.jp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jp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" name="TextShape 1"/>
          <p:cNvSpPr txBox="1"/>
          <p:nvPr/>
        </p:nvSpPr>
        <p:spPr bwMode="auto">
          <a:xfrm>
            <a:off x="684360" y="907920"/>
            <a:ext cx="7772400" cy="1198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TT" sz="5400" b="0" strike="noStrike" spc="-1">
                <a:solidFill>
                  <a:srgbClr val="FF0000"/>
                </a:solidFill>
                <a:latin typeface="Calibri"/>
              </a:rPr>
              <a:t>BIOS</a:t>
            </a:r>
            <a:r>
              <a:rPr lang="en-TT" sz="4000" b="0" strike="noStrike" spc="-1">
                <a:solidFill>
                  <a:srgbClr val="000000"/>
                </a:solidFill>
                <a:latin typeface="Calibri"/>
              </a:rPr>
              <a:t> </a:t>
            </a:r>
            <a:br>
              <a:rPr/>
            </a:br>
            <a:r>
              <a:rPr lang="ru-RU" sz="4000" b="0" strike="noStrike" spc="-1">
                <a:solidFill>
                  <a:srgbClr val="000000"/>
                </a:solidFill>
                <a:latin typeface="Calibri"/>
              </a:rPr>
              <a:t>настройка, обновление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06" name="Picture 4" descr="dualbios"/>
          <p:cNvPicPr/>
          <p:nvPr/>
        </p:nvPicPr>
        <p:blipFill>
          <a:blip r:embed="rId2"/>
          <a:stretch/>
        </p:blipFill>
        <p:spPr bwMode="auto">
          <a:xfrm>
            <a:off x="2571840" y="2500200"/>
            <a:ext cx="4762440" cy="35719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 advClick="1">
        <p:cover dir="rd"/>
      </p:transition>
    </mc:Choice>
    <mc:Fallback>
      <p:transition spd="med" advClick="1">
        <p:cover dir="rd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" name="TextShape 1"/>
          <p:cNvSpPr txBox="1"/>
          <p:nvPr/>
        </p:nvSpPr>
        <p:spPr bwMode="auto">
          <a:xfrm>
            <a:off x="457200" y="274320"/>
            <a:ext cx="8229600" cy="777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BIOS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8" name="TextShape 2"/>
          <p:cNvSpPr txBox="1"/>
          <p:nvPr/>
        </p:nvSpPr>
        <p:spPr bwMode="auto">
          <a:xfrm>
            <a:off x="456840" y="1125360"/>
            <a:ext cx="4546440" cy="539928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p>
            <a:pPr marL="342720" indent="-342720" algn="just">
              <a:lnSpc>
                <a:spcPct val="80000"/>
              </a:lnSpc>
              <a:spcBef>
                <a:spcPts val="4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TT" sz="1800" b="0" strike="noStrike" spc="-1">
                <a:solidFill>
                  <a:srgbClr val="000000"/>
                </a:solidFill>
                <a:latin typeface="Calibri"/>
              </a:rPr>
              <a:t>	</a:t>
            </a:r>
            <a:r>
              <a:rPr lang="en-TT" sz="1800" b="0" strike="noStrike" spc="-1">
                <a:solidFill>
                  <a:srgbClr val="000000"/>
                </a:solidFill>
                <a:latin typeface="Calibri"/>
              </a:rPr>
              <a:t>	</a:t>
            </a:r>
            <a:r>
              <a:rPr lang="ru-RU" sz="2000" b="1" strike="noStrike" spc="-1">
                <a:solidFill>
                  <a:srgbClr val="000000"/>
                </a:solidFill>
                <a:latin typeface="Calibri"/>
              </a:rPr>
              <a:t>BIOS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 расшифровывается как Basic Input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/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Output System что в переводе с английского Базовая система ввода-вывода - которая представляет из себя микропрограммы входящие в состав системного ПО для доступа к аппаратной части компьютера и подключенным к нему устройствам.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342720" indent="-342720">
              <a:lnSpc>
                <a:spcPct val="80000"/>
              </a:lnSpc>
              <a:spcBef>
                <a:spcPts val="4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342720" indent="-342720">
              <a:lnSpc>
                <a:spcPct val="80000"/>
              </a:lnSpc>
              <a:spcBef>
                <a:spcPts val="4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342720" indent="-342720" algn="just">
              <a:lnSpc>
                <a:spcPct val="80000"/>
              </a:lnSpc>
              <a:spcBef>
                <a:spcPts val="4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TT" sz="2000" b="0" strike="noStrike" spc="-1">
                <a:solidFill>
                  <a:srgbClr val="000000"/>
                </a:solidFill>
                <a:latin typeface="Calibri"/>
              </a:rPr>
              <a:t>	</a:t>
            </a:r>
            <a:r>
              <a:rPr lang="en-TT" sz="2000" b="0" strike="noStrike" spc="-1">
                <a:solidFill>
                  <a:srgbClr val="000000"/>
                </a:solidFill>
                <a:latin typeface="Calibri"/>
              </a:rPr>
              <a:t>	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В персональных компьютерах </a:t>
            </a:r>
            <a:r>
              <a:rPr lang="ru-RU" sz="2000" b="1" strike="noStrike" spc="-1">
                <a:solidFill>
                  <a:srgbClr val="000000"/>
                </a:solidFill>
                <a:latin typeface="Calibri"/>
              </a:rPr>
              <a:t>BIOS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 представляет собой набор микропрограмм записанных в микросхему </a:t>
            </a:r>
            <a:r>
              <a:rPr lang="ru-RU" sz="2000" b="1" strike="noStrike" spc="-1">
                <a:solidFill>
                  <a:srgbClr val="000000"/>
                </a:solidFill>
                <a:latin typeface="Calibri"/>
              </a:rPr>
              <a:t>EEPROM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 (ПЗУ) персонального компьютера, обеспечивающих начальную загрузку компьютера и последующий запуск операционной системы.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09" name="Picture 6" descr="BIOS"/>
          <p:cNvPicPr/>
          <p:nvPr/>
        </p:nvPicPr>
        <p:blipFill>
          <a:blip r:embed="rId2"/>
          <a:stretch/>
        </p:blipFill>
        <p:spPr bwMode="auto">
          <a:xfrm>
            <a:off x="5076720" y="1700280"/>
            <a:ext cx="3538800" cy="26128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 advClick="1">
        <p:cover dir="rd"/>
      </p:transition>
    </mc:Choice>
    <mc:Fallback>
      <p:transition spd="med" advClick="1">
        <p:cover dir="rd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" name="TextShape 1"/>
          <p:cNvSpPr txBox="1"/>
          <p:nvPr/>
        </p:nvSpPr>
        <p:spPr bwMode="auto"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Процедура POST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1" name="TextShape 2"/>
          <p:cNvSpPr txBox="1"/>
          <p:nvPr/>
        </p:nvSpPr>
        <p:spPr bwMode="auto"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p>
            <a:pPr marL="342720" indent="-342720">
              <a:spcBef>
                <a:spcPts val="697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	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	</a:t>
            </a: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Первое устройство, которое запускается после нажатия кнопки включения компьютера — блок питания. Если все питающие напряжения окажутся в норме, вступает в работу центральный процессор, который считывает содержимое микросхемы BIOS и начинает выполнять записанную в ней процедуру самотестирования, или </a:t>
            </a:r>
            <a:r>
              <a:rPr lang="ru-RU" sz="2800" b="1" strike="noStrike" spc="-1">
                <a:solidFill>
                  <a:srgbClr val="000000"/>
                </a:solidFill>
                <a:latin typeface="Calibri"/>
              </a:rPr>
              <a:t>POST</a:t>
            </a: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. 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12" name="Picture 4" descr="chip_bios"/>
          <p:cNvPicPr/>
          <p:nvPr/>
        </p:nvPicPr>
        <p:blipFill>
          <a:blip r:embed="rId2"/>
          <a:stretch/>
        </p:blipFill>
        <p:spPr bwMode="auto">
          <a:xfrm>
            <a:off x="5867279" y="4622864"/>
            <a:ext cx="3084480" cy="23176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 advClick="1">
        <p:cover dir="rd"/>
      </p:transition>
    </mc:Choice>
    <mc:Fallback>
      <p:transition spd="med" advClick="1">
        <p:cover dir="rd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" name="TextShape 1"/>
          <p:cNvSpPr txBox="1"/>
          <p:nvPr/>
        </p:nvSpPr>
        <p:spPr bwMode="auto"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3500" b="0" strike="noStrike" spc="-1">
                <a:solidFill>
                  <a:srgbClr val="000000"/>
                </a:solidFill>
                <a:latin typeface="Calibri"/>
              </a:rPr>
              <a:t>Назначение BIOS материнской платы</a:t>
            </a:r>
            <a:endParaRPr lang="en-US" sz="35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4" name="TextShape 2"/>
          <p:cNvSpPr txBox="1"/>
          <p:nvPr/>
        </p:nvSpPr>
        <p:spPr bwMode="auto"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p>
            <a:pPr marL="342720" indent="-342720" algn="just">
              <a:lnSpc>
                <a:spcPct val="80000"/>
              </a:lnSpc>
              <a:spcBef>
                <a:spcPts val="748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	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	</a:t>
            </a:r>
            <a:r>
              <a:rPr lang="ru-RU" sz="3000" b="0" strike="noStrike" spc="-1">
                <a:solidFill>
                  <a:srgbClr val="000000"/>
                </a:solidFill>
                <a:latin typeface="Calibri"/>
              </a:rPr>
              <a:t>Сразу после включения питания компьютера, во время начальной загрузки компьютера, при помощи программ записанных в BIOS, происходит самопроверка аппаратного обеспечения компьютера — POST. В случае сбоя во время прохождения POST, BIOS может выдать информацию, позволяющую выявить причину сбоя. Кроме вывода сообщения на монитор, используется звуковой сигнал, воспроизводимый при помощи встроенного динамика.</a:t>
            </a:r>
            <a:endParaRPr lang="en-US" sz="30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 advClick="1">
        <p:cover dir="rd"/>
      </p:transition>
    </mc:Choice>
    <mc:Fallback>
      <p:transition spd="med" advClick="1">
        <p:cover dir="rd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" name="TextShape 1"/>
          <p:cNvSpPr txBox="1"/>
          <p:nvPr/>
        </p:nvSpPr>
        <p:spPr bwMode="auto">
          <a:xfrm>
            <a:off x="457200" y="-100440"/>
            <a:ext cx="822960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POST решает несколько основных задач: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6" name="TextShape 2"/>
          <p:cNvSpPr txBox="1"/>
          <p:nvPr/>
        </p:nvSpPr>
        <p:spPr bwMode="auto">
          <a:xfrm>
            <a:off x="250560" y="620640"/>
            <a:ext cx="8713800" cy="595008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p>
            <a:pPr marL="342720" indent="-342720">
              <a:lnSpc>
                <a:spcPct val="80000"/>
              </a:lnSpc>
              <a:spcBef>
                <a:spcPts val="598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1...Инициализирует и настраивает основные системные компоненты: процессор, оперативную память, чипсет и видеоадаптер. 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342720" indent="-342720">
              <a:lnSpc>
                <a:spcPct val="80000"/>
              </a:lnSpc>
              <a:spcBef>
                <a:spcPts val="598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2...Проверяет контрольную сумму CMOS и состояние батареи. Если контрольная сумма CMOS ошибочная, будут загружены значения по умолчанию. 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342720" indent="-342720">
              <a:lnSpc>
                <a:spcPct val="80000"/>
              </a:lnSpc>
              <a:spcBef>
                <a:spcPts val="598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3...Тестирует процессор и оперативную память. Результаты обычно выводятся на экран. 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342720" indent="-342720">
              <a:lnSpc>
                <a:spcPct val="80000"/>
              </a:lnSpc>
              <a:spcBef>
                <a:spcPts val="598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4...Инициализирует и настраивает периферийные устройства: клавиатуру, мышь, дисководы, жесткие диски и др. Сведения об обнаруженных 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342720" indent="-342720">
              <a:lnSpc>
                <a:spcPct val="80000"/>
              </a:lnSpc>
              <a:spcBef>
                <a:spcPts val="598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накопителях также выводятся на экран. 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342720" indent="-342720">
              <a:lnSpc>
                <a:spcPct val="80000"/>
              </a:lnSpc>
              <a:spcBef>
                <a:spcPts val="598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5...Распределяет ресурсы между устройствами и выводит таблицу с обнаруженными устройствами и назначенными для них ресурсами. 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342720" indent="-342720">
              <a:lnSpc>
                <a:spcPct val="80000"/>
              </a:lnSpc>
              <a:spcBef>
                <a:spcPts val="598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6...Ищет и инициализирует устройства с собственной BIOS. 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342720" indent="-342720">
              <a:lnSpc>
                <a:spcPct val="80000"/>
              </a:lnSpc>
              <a:spcBef>
                <a:spcPts val="598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7...Вызывает загрузчик операционной системы.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 advClick="1">
        <p:cover dir="rd"/>
      </p:transition>
    </mc:Choice>
    <mc:Fallback>
      <p:transition spd="med" advClick="1">
        <p:cover dir="rd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7" name="Picture 5" descr="Итоговая таблица с конфигурацией аппаратных компонентов компьютера"/>
          <p:cNvPicPr/>
          <p:nvPr/>
        </p:nvPicPr>
        <p:blipFill>
          <a:blip r:embed="rId2"/>
          <a:stretch/>
        </p:blipFill>
        <p:spPr bwMode="auto">
          <a:xfrm>
            <a:off x="179280" y="768240"/>
            <a:ext cx="8713800" cy="5446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 advClick="1">
        <p:cover dir="rd"/>
      </p:transition>
    </mc:Choice>
    <mc:Fallback>
      <p:transition spd="med" advClick="1">
        <p:cover dir="rd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8" name="TextShape 1"/>
          <p:cNvSpPr txBox="1"/>
          <p:nvPr/>
        </p:nvSpPr>
        <p:spPr bwMode="auto">
          <a:xfrm>
            <a:off x="457200" y="274320"/>
            <a:ext cx="8229600" cy="77796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p>
            <a:pPr marL="342720" indent="-34272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UEFI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19" name="Picture 2" descr="Что такое UEFI, и чем он отличается от BIOS? / Хабр"/>
          <p:cNvPicPr/>
          <p:nvPr/>
        </p:nvPicPr>
        <p:blipFill>
          <a:blip r:embed="rId2"/>
          <a:stretch/>
        </p:blipFill>
        <p:spPr bwMode="auto">
          <a:xfrm>
            <a:off x="1332000" y="1197000"/>
            <a:ext cx="6191280" cy="50007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 advClick="1">
        <p:cover dir="rd"/>
      </p:transition>
    </mc:Choice>
    <mc:Fallback>
      <p:transition spd="med" advClick="1">
        <p:cover dir="rd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0" name="TextShape 1"/>
          <p:cNvSpPr txBox="1"/>
          <p:nvPr/>
        </p:nvSpPr>
        <p:spPr bwMode="auto">
          <a:xfrm>
            <a:off x="250560" y="274320"/>
            <a:ext cx="8435880" cy="631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3600" b="0" strike="noStrike" spc="-1">
                <a:solidFill>
                  <a:srgbClr val="000000"/>
                </a:solidFill>
                <a:latin typeface="Calibri"/>
              </a:rPr>
              <a:t>Расшифровка сигналов Award BIOS </a:t>
            </a:r>
            <a:endParaRPr lang="en-US" sz="3600" b="0" strike="noStrike" spc="-1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221" name="Table 2"/>
          <p:cNvGraphicFramePr>
            <a:graphicFrameLocks xmlns:a="http://schemas.openxmlformats.org/drawingml/2006/main"/>
          </p:cNvGraphicFramePr>
          <p:nvPr/>
        </p:nvGraphicFramePr>
        <p:xfrm>
          <a:off x="457200" y="1600200"/>
          <a:ext cx="8362800" cy="485316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508120"/>
                <a:gridCol w="5854680"/>
              </a:tblGrid>
              <a:tr h="330120"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Сигналов нет.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Неисправен или не подключен к материнской плате блок питания.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31920"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Непрерывный сигнал.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Неисправен блок питания.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30120"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 короткий.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Ошибок не обнаружено.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824040"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 коротких.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  <a:round/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Обнаружены незначительные ошибки. На экране монитора появляется предложение войти в программу CMOS Setup Utility и исправить ситуацию. Проверьте надежность крепления шлейфов в разъемах жесткого диска и материнской платы.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  <a:round/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30120"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 длинных.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Ошибка контроллера клавиатуры. Перегрузите компьютер.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30120"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 длинный+1 короткий.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Проблемы с оперативной памятью.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68519"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 длинный+2 коротких.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Проблема с видеокартой -- наиболее часто встречающаяся неисправность. Рекомендуется вытащить плату и заново вставить. Также проверьте подключение монитора.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49000"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 длинный+3 коротких.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Возникла ошибка инициализации клавиатуры. Проверьте качество соединения последней с разъемом на материнской плате.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51160"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 длинный+9 коротких.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Возникла ошибка при чтении данных из микросхемы постоянной памяти. Перегрузите компьютер или перепрошейте содержимое микросхемы.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31560"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 длинный повторяющийся.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Неправильная установка модулей памяти.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30480"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 короткий повторяющийся.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Проблемы с блоком питания. Попробуйте убрать накопившуюся в нем пыль.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2" name="CustomShape 3"/>
          <p:cNvSpPr/>
          <p:nvPr/>
        </p:nvSpPr>
        <p:spPr bwMode="auto">
          <a:xfrm>
            <a:off x="0" y="1463759"/>
            <a:ext cx="9144000" cy="360"/>
          </a:xfrm>
          <a:prstGeom prst="rect">
            <a:avLst/>
          </a:prstGeom>
          <a:solidFill>
            <a:srgbClr val="788C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 advClick="1">
        <p:cover dir="rd"/>
      </p:transition>
    </mc:Choice>
    <mc:Fallback>
      <p:transition spd="med" advClick="1">
        <p:cover dir="rd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" name="TextShape 1"/>
          <p:cNvSpPr txBox="1"/>
          <p:nvPr/>
        </p:nvSpPr>
        <p:spPr bwMode="auto">
          <a:xfrm>
            <a:off x="457200" y="274320"/>
            <a:ext cx="8229600" cy="631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4000" b="0" strike="noStrike" spc="-1">
                <a:solidFill>
                  <a:srgbClr val="000000"/>
                </a:solidFill>
                <a:latin typeface="Calibri"/>
              </a:rPr>
              <a:t>Расшифровка сигналов</a:t>
            </a:r>
            <a:r>
              <a:rPr lang="ru-RU" sz="4000" b="0" i="1" strike="noStrike" spc="-1">
                <a:solidFill>
                  <a:srgbClr val="000000"/>
                </a:solidFill>
                <a:latin typeface="Calibri"/>
              </a:rPr>
              <a:t> </a:t>
            </a:r>
            <a:r>
              <a:rPr lang="ru-RU" sz="4000" b="0" strike="noStrike" spc="-1">
                <a:solidFill>
                  <a:srgbClr val="000000"/>
                </a:solidFill>
                <a:latin typeface="Calibri"/>
              </a:rPr>
              <a:t>AMI BIOS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224" name="Table 2"/>
          <p:cNvGraphicFramePr>
            <a:graphicFrameLocks xmlns:a="http://schemas.openxmlformats.org/drawingml/2006/main"/>
          </p:cNvGraphicFramePr>
          <p:nvPr/>
        </p:nvGraphicFramePr>
        <p:xfrm>
          <a:off x="539640" y="1123920"/>
          <a:ext cx="8229600" cy="540072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468519"/>
                <a:gridCol w="5761080"/>
              </a:tblGrid>
              <a:tr h="316080"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 короткий.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Ошибок не обнаружено.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36400"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 коротких.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Ошибка четности оперативной памяти. Перегрузите компьютер. Проверьте установку модулей памяти.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38200"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 коротких.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Возникла ошибка при работе первых 64 Кб основной памяти. Рекомендации аналогичны.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16080"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 коротких.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Неисправен системный таймер.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15720"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 коротких.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Неисправен центральный процессор.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14280"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6 коротких.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Неисправен контроллер клавиатуры.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16080"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7 коротких.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Неисправна материнская плата.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15720"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8 коротких.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Неисправна видеопамять.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16080"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 коротких.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Ошибка контрольной суммы содержимого микросхемы BIOS.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15720"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 коротких.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Невозможно произвести запись в CMOS-память.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36760"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11 коротких.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Неисправна внешняя cache-память (установленная в слотах на материнской плате).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15720"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 длинный+2 коротких.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Неисправна видеокарта.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16080"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 длинный+3 коротких.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Аналогично предыдущему.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15720"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 длинный+8 коротких.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Проблемы с видеокартой или не подключен монитор.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16080"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Сигналов нет.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Неисправен или не подключен к материнской плате блок питания.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5" name="CustomShape 3"/>
          <p:cNvSpPr/>
          <p:nvPr/>
        </p:nvSpPr>
        <p:spPr bwMode="auto">
          <a:xfrm>
            <a:off x="0" y="1463759"/>
            <a:ext cx="9144000" cy="360"/>
          </a:xfrm>
          <a:prstGeom prst="rect">
            <a:avLst/>
          </a:prstGeom>
          <a:solidFill>
            <a:srgbClr val="788C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 advClick="1">
        <p:cover dir="rd"/>
      </p:transition>
    </mc:Choice>
    <mc:Fallback>
      <p:transition spd="med" advClick="1">
        <p:cover dir="rd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" name="TextShape 1"/>
          <p:cNvSpPr txBox="1"/>
          <p:nvPr/>
        </p:nvSpPr>
        <p:spPr bwMode="auto">
          <a:xfrm>
            <a:off x="0" y="274320"/>
            <a:ext cx="8964720" cy="631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4000" b="0" strike="noStrike" spc="-1">
                <a:solidFill>
                  <a:srgbClr val="000000"/>
                </a:solidFill>
                <a:latin typeface="Calibri"/>
              </a:rPr>
              <a:t>Расшифровка сигналов Phoenix BIOS 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227" name="Table 2"/>
          <p:cNvGraphicFramePr>
            <a:graphicFrameLocks xmlns:a="http://schemas.openxmlformats.org/drawingml/2006/main"/>
          </p:cNvGraphicFramePr>
          <p:nvPr/>
        </p:nvGraphicFramePr>
        <p:xfrm>
          <a:off x="468360" y="907920"/>
          <a:ext cx="8424720" cy="56898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814320"/>
                <a:gridCol w="3075120"/>
                <a:gridCol w="787320"/>
                <a:gridCol w="3747960"/>
              </a:tblGrid>
              <a:tr h="289080"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1-1-3.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Ошибка записи/чтения данных CMOS.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3-1-2.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Ошибка инициализации первого канала DMA.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82400"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1-1-4.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Ошибка контрольной суммы содержимого микросхемы BIOS.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3-1-4.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Неисправна материнская плата.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89080"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1-2-1.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Неисправна материнская плата.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3-2-4.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Ошибка контроллера клавиатуры.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82760"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1-2-2.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Ошибка инициализации контроллера DMA.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3-3-4.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Ошибка тестирования видеопамяти.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80960"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1-2-3.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Ошибка при попытке чтения/записи в один из каналов DMA.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4-2-1.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Ошибка системного таймера.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82400"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1-3-1.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Ошибка регенерации оперативной памяти.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4-2-3.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Ошибка линии A20. Неисправен контроллер клавиатуры.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82760"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1-3-3.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Ошибка при тестировании первых 64 Кб оперативной памяти.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4-2-4.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Ошибка при работе в защищенном режиме. Возможно, неисправен центральный процессор.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88720"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1-3-4.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Аналогично предыдущему.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4-3-1.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Ошибка при тестировании оперативной памяти.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89080"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1-4-1.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Неисправна материнская плата.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4-3-4.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Ошибка часов реального времени.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76440"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1-4-2.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Ошибка тестирования оперативной памяти.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4-4-1.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Ошибка тестирования последовательного порта. Может быть вызвана устройством, использующим данный порт.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80960"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1-4-3.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Ошибка системного таймера.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4-4-2.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Ошибка при тестировании параллельного порта. См. выше.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82400"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1-4-4.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Ошибка обращения к порту ввода/вывода.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4-4-3.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Ошибка при тестировании математического сопроцессора.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82760"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3-1-1.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342720" indent="-342720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2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Ошибка инициализации второго канала DMA.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90000" marR="90000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8" name="CustomShape 3"/>
          <p:cNvSpPr/>
          <p:nvPr/>
        </p:nvSpPr>
        <p:spPr bwMode="auto">
          <a:xfrm>
            <a:off x="0" y="1463759"/>
            <a:ext cx="9144000" cy="360"/>
          </a:xfrm>
          <a:prstGeom prst="rect">
            <a:avLst/>
          </a:prstGeom>
          <a:solidFill>
            <a:srgbClr val="788C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 advClick="1">
        <p:cover dir="rd"/>
      </p:transition>
    </mc:Choice>
    <mc:Fallback>
      <p:transition spd="med" advClick="1">
        <p:cover dir="rd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" name="TextShape 1"/>
          <p:cNvSpPr txBox="1"/>
          <p:nvPr/>
        </p:nvSpPr>
        <p:spPr bwMode="auto">
          <a:xfrm>
            <a:off x="53964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3500" b="0" strike="noStrike" spc="-1">
                <a:solidFill>
                  <a:srgbClr val="000000"/>
                </a:solidFill>
                <a:latin typeface="Calibri"/>
              </a:rPr>
              <a:t>Настройка BIOS материнской платы</a:t>
            </a:r>
            <a:endParaRPr lang="en-US" sz="35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0" name="TextShape 2"/>
          <p:cNvSpPr txBox="1"/>
          <p:nvPr/>
        </p:nvSpPr>
        <p:spPr bwMode="auto">
          <a:xfrm>
            <a:off x="-360" y="1125360"/>
            <a:ext cx="8893080" cy="539928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1000"/>
          </a:bodyPr>
          <a:p>
            <a:pPr marL="342720" indent="-342720" algn="just">
              <a:lnSpc>
                <a:spcPct val="80000"/>
              </a:lnSpc>
              <a:spcBef>
                <a:spcPts val="598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TT" sz="2400" b="0" strike="noStrike" spc="-1">
                <a:solidFill>
                  <a:srgbClr val="000000"/>
                </a:solidFill>
                <a:latin typeface="Calibri"/>
              </a:rPr>
              <a:t>	</a:t>
            </a:r>
            <a:r>
              <a:rPr lang="en-TT" sz="2400" b="0" strike="noStrike" spc="-1">
                <a:solidFill>
                  <a:srgbClr val="000000"/>
                </a:solidFill>
                <a:latin typeface="Calibri"/>
              </a:rPr>
              <a:t>	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В зависимости от версии BIOS и модели материнской платы, функции настройки BIOS могут меняться, а также в разных версиях одни и те же функции могут иметь разные названия. Справочную информацию по настройке можно найти в инструкции к материнской плате или в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Goggle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.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342720" indent="-342720" algn="just">
              <a:lnSpc>
                <a:spcPct val="80000"/>
              </a:lnSpc>
              <a:spcBef>
                <a:spcPts val="598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TT" sz="2400" b="0" strike="noStrike" spc="-1">
                <a:solidFill>
                  <a:srgbClr val="000000"/>
                </a:solidFill>
                <a:latin typeface="Calibri"/>
              </a:rPr>
              <a:t>	</a:t>
            </a:r>
            <a:r>
              <a:rPr lang="en-TT" sz="2400" b="0" strike="noStrike" spc="-1">
                <a:solidFill>
                  <a:srgbClr val="000000"/>
                </a:solidFill>
                <a:latin typeface="Calibri"/>
              </a:rPr>
              <a:t>	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Программа настройка BIOS может быть вызвана после перезагрузки компьютера нажатием определённой клавиши или группы клавиш. Наиболее распространённые —   Del и  F2.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342720" indent="-342720" algn="just">
              <a:lnSpc>
                <a:spcPct val="80000"/>
              </a:lnSpc>
              <a:spcBef>
                <a:spcPts val="598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TT" sz="2400" b="0" strike="noStrike" spc="-1">
                <a:solidFill>
                  <a:srgbClr val="000000"/>
                </a:solidFill>
                <a:latin typeface="Calibri"/>
              </a:rPr>
              <a:t>	</a:t>
            </a:r>
            <a:r>
              <a:rPr lang="en-TT" sz="2400" b="0" strike="noStrike" spc="-1">
                <a:solidFill>
                  <a:srgbClr val="000000"/>
                </a:solidFill>
                <a:latin typeface="Calibri"/>
              </a:rPr>
              <a:t>	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Кроме того, существуют определённые комбинации клавиш, позволяющих запустить микропрограмму восстановления (перезаписи) BIOS в микросхеме в случае повреждения её, аппаратно либо вирусом, а также восстановить заводские настройки позволяющие запустить компьютер после неверных настроек или в случае неудачного разгона при помощи BIOS’ов компьютера.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342720" indent="-342720" algn="just">
              <a:lnSpc>
                <a:spcPct val="80000"/>
              </a:lnSpc>
              <a:spcBef>
                <a:spcPts val="598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342720" indent="-342720" algn="ctr">
              <a:lnSpc>
                <a:spcPct val="80000"/>
              </a:lnSpc>
              <a:spcBef>
                <a:spcPts val="598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2400" b="0" strike="noStrike" spc="-1">
                <a:solidFill>
                  <a:srgbClr val="E7300B"/>
                </a:solidFill>
                <a:latin typeface="Calibri"/>
              </a:rPr>
              <a:t>ОДНАКО РАЗГОНЯЯ КОМПЬЮТЕР 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342720" indent="-342720" algn="ctr">
              <a:lnSpc>
                <a:spcPct val="80000"/>
              </a:lnSpc>
              <a:spcBef>
                <a:spcPts val="598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2400" b="0" strike="noStrike" spc="-1">
                <a:solidFill>
                  <a:srgbClr val="E7300B"/>
                </a:solidFill>
                <a:latin typeface="Calibri"/>
              </a:rPr>
              <a:t>МОЖНО ЕГО СЛОМАТЬ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 advClick="1">
        <p:cover dir="rd"/>
      </p:transition>
    </mc:Choice>
    <mc:Fallback>
      <p:transition spd="med" advClick="1">
        <p:cover dir="rd"/>
      </p:transition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Scale>
                                      <p:cBhvr>
                                        <p:cTn id="6" dur="3000" fill="hold"/>
                                        <p:tgtEl>
                                          <p:spTgt spid="2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autoRev="1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animScale>
                                      <p:cBhvr>
                                        <p:cTn id="8" dur="3000" fill="hold"/>
                                        <p:tgtEl>
                                          <p:spTgt spid="2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1" name="Picture 5" descr="Главное меню Phoenix AWARD BIOS версии 6.0PG"/>
          <p:cNvPicPr/>
          <p:nvPr/>
        </p:nvPicPr>
        <p:blipFill>
          <a:blip r:embed="rId2"/>
          <a:stretch/>
        </p:blipFill>
        <p:spPr bwMode="auto">
          <a:xfrm>
            <a:off x="252360" y="1279440"/>
            <a:ext cx="8496360" cy="5310360"/>
          </a:xfrm>
          <a:prstGeom prst="rect">
            <a:avLst/>
          </a:prstGeom>
          <a:ln w="0">
            <a:noFill/>
          </a:ln>
        </p:spPr>
      </p:pic>
      <p:sp>
        <p:nvSpPr>
          <p:cNvPr id="232" name="TextShape 1"/>
          <p:cNvSpPr txBox="1"/>
          <p:nvPr/>
        </p:nvSpPr>
        <p:spPr bwMode="auto">
          <a:xfrm>
            <a:off x="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</a:rPr>
              <a:t>Главное меню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 advClick="1">
        <p:cover dir="rd"/>
      </p:transition>
    </mc:Choice>
    <mc:Fallback>
      <p:transition spd="med" advClick="1">
        <p:cover dir="rd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" name="TextShape 1"/>
          <p:cNvSpPr txBox="1"/>
          <p:nvPr/>
        </p:nvSpPr>
        <p:spPr bwMode="auto"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</a:rPr>
              <a:t>Standard CMOS Features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34" name="Picture 4" descr="Пункт Standard CMOS Features"/>
          <p:cNvPicPr/>
          <p:nvPr/>
        </p:nvPicPr>
        <p:blipFill>
          <a:blip r:embed="rId2"/>
          <a:stretch/>
        </p:blipFill>
        <p:spPr bwMode="auto">
          <a:xfrm>
            <a:off x="250920" y="1341360"/>
            <a:ext cx="8497800" cy="5311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 advClick="1">
        <p:cover dir="rd"/>
      </p:transition>
    </mc:Choice>
    <mc:Fallback>
      <p:transition spd="med" advClick="1">
        <p:cover dir="rd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TextShape 1"/>
          <p:cNvSpPr txBox="1"/>
          <p:nvPr/>
        </p:nvSpPr>
        <p:spPr bwMode="auto"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</a:rPr>
              <a:t>Advanced BIOS Features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36" name="Picture 4" descr="Пункт Advanced BIOS Features"/>
          <p:cNvPicPr/>
          <p:nvPr/>
        </p:nvPicPr>
        <p:blipFill>
          <a:blip r:embed="rId2"/>
          <a:stretch/>
        </p:blipFill>
        <p:spPr bwMode="auto">
          <a:xfrm>
            <a:off x="1523880" y="1957320"/>
            <a:ext cx="6096240" cy="38102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 advClick="1">
        <p:cover dir="rd"/>
      </p:transition>
    </mc:Choice>
    <mc:Fallback>
      <p:transition spd="med" advClick="1">
        <p:cover dir="rd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7" name="TextShape 1"/>
          <p:cNvSpPr txBox="1"/>
          <p:nvPr/>
        </p:nvSpPr>
        <p:spPr bwMode="auto"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</a:rPr>
              <a:t>Advanced Chipset Features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38" name="Picture 4" descr="Пункт Advanced Chipset Features"/>
          <p:cNvPicPr/>
          <p:nvPr/>
        </p:nvPicPr>
        <p:blipFill>
          <a:blip r:embed="rId2"/>
          <a:stretch/>
        </p:blipFill>
        <p:spPr bwMode="auto">
          <a:xfrm>
            <a:off x="1523880" y="1957320"/>
            <a:ext cx="6096240" cy="38102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 advClick="1">
        <p:cover dir="rd"/>
      </p:transition>
    </mc:Choice>
    <mc:Fallback>
      <p:transition spd="med" advClick="1">
        <p:cover dir="rd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" name="TextShape 1"/>
          <p:cNvSpPr txBox="1"/>
          <p:nvPr/>
        </p:nvSpPr>
        <p:spPr bwMode="auto"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</a:rPr>
              <a:t>Integrated Peripherals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40" name="Picture 4" descr="Пункт Integrated Peripherals"/>
          <p:cNvPicPr/>
          <p:nvPr/>
        </p:nvPicPr>
        <p:blipFill>
          <a:blip r:embed="rId2"/>
          <a:stretch/>
        </p:blipFill>
        <p:spPr bwMode="auto">
          <a:xfrm>
            <a:off x="1523880" y="1957320"/>
            <a:ext cx="6096240" cy="38102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 advClick="1">
        <p:cover dir="rd"/>
      </p:transition>
    </mc:Choice>
    <mc:Fallback>
      <p:transition spd="med" advClick="1">
        <p:cover dir="rd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" name="TextShape 1"/>
          <p:cNvSpPr txBox="1"/>
          <p:nvPr/>
        </p:nvSpPr>
        <p:spPr bwMode="auto"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</a:rPr>
              <a:t>Power Management Setup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42" name="Picture 4" descr="Пункт Power Management Setup"/>
          <p:cNvPicPr/>
          <p:nvPr/>
        </p:nvPicPr>
        <p:blipFill>
          <a:blip r:embed="rId2"/>
          <a:stretch/>
        </p:blipFill>
        <p:spPr bwMode="auto">
          <a:xfrm>
            <a:off x="1523880" y="1957320"/>
            <a:ext cx="6096240" cy="38102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 advClick="1">
        <p:cover dir="rd"/>
      </p:transition>
    </mc:Choice>
    <mc:Fallback>
      <p:transition spd="med" advClick="1">
        <p:cover dir="rd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3" name="TextShape 1"/>
          <p:cNvSpPr txBox="1"/>
          <p:nvPr/>
        </p:nvSpPr>
        <p:spPr bwMode="auto"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</a:rPr>
              <a:t>PnP/PCI Configurations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44" name="Picture 4" descr="Пункт PnP/PCI Configurations"/>
          <p:cNvPicPr/>
          <p:nvPr/>
        </p:nvPicPr>
        <p:blipFill>
          <a:blip r:embed="rId2"/>
          <a:stretch/>
        </p:blipFill>
        <p:spPr bwMode="auto">
          <a:xfrm>
            <a:off x="395280" y="1341360"/>
            <a:ext cx="8280360" cy="51753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 advClick="1">
        <p:cover dir="rd"/>
      </p:transition>
    </mc:Choice>
    <mc:Fallback>
      <p:transition spd="med" advClick="1">
        <p:cover dir="rd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" name="TextShape 1"/>
          <p:cNvSpPr txBox="1"/>
          <p:nvPr/>
        </p:nvSpPr>
        <p:spPr bwMode="auto"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</a:rPr>
              <a:t>PC Health Status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46" name="Picture 4" descr="Пункт PC Health Status"/>
          <p:cNvPicPr/>
          <p:nvPr/>
        </p:nvPicPr>
        <p:blipFill>
          <a:blip r:embed="rId2"/>
          <a:stretch/>
        </p:blipFill>
        <p:spPr bwMode="auto">
          <a:xfrm>
            <a:off x="1523880" y="1957320"/>
            <a:ext cx="6096240" cy="38102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 advClick="1">
        <p:cover dir="rd"/>
      </p:transition>
    </mc:Choice>
    <mc:Fallback>
      <p:transition spd="med" advClick="1">
        <p:cover dir="rd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" name="TextShape 1"/>
          <p:cNvSpPr txBox="1"/>
          <p:nvPr/>
        </p:nvSpPr>
        <p:spPr bwMode="auto"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</a:rPr>
              <a:t>Frequency/Voltage Control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48" name="Picture 4" descr="Пункт Frequency/Voltage Control"/>
          <p:cNvPicPr/>
          <p:nvPr/>
        </p:nvPicPr>
        <p:blipFill>
          <a:blip r:embed="rId2"/>
          <a:stretch/>
        </p:blipFill>
        <p:spPr bwMode="auto">
          <a:xfrm>
            <a:off x="1523880" y="1957320"/>
            <a:ext cx="6096240" cy="38102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 advClick="1">
        <p:cover dir="rd"/>
      </p:transition>
    </mc:Choice>
    <mc:Fallback>
      <p:transition spd="med" advClick="1">
        <p:cover dir="rd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9" name="Picture 5" descr="19"/>
          <p:cNvPicPr/>
          <p:nvPr/>
        </p:nvPicPr>
        <p:blipFill>
          <a:blip r:embed="rId2"/>
          <a:stretch/>
        </p:blipFill>
        <p:spPr bwMode="auto">
          <a:xfrm>
            <a:off x="1281240" y="717480"/>
            <a:ext cx="6581520" cy="49356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 advClick="1">
        <p:cover dir="rd"/>
      </p:transition>
    </mc:Choice>
    <mc:Fallback>
      <p:transition spd="med" advClick="1">
        <p:cover dir="rd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0" name="Picture 5" descr="20"/>
          <p:cNvPicPr/>
          <p:nvPr/>
        </p:nvPicPr>
        <p:blipFill>
          <a:blip r:embed="rId2"/>
          <a:stretch/>
        </p:blipFill>
        <p:spPr bwMode="auto">
          <a:xfrm>
            <a:off x="250920" y="836640"/>
            <a:ext cx="8569080" cy="52941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 advClick="1">
        <p:cover dir="rd"/>
      </p:transition>
    </mc:Choice>
    <mc:Fallback>
      <p:transition spd="med" advClick="1">
        <p:cover dir="rd"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1" name="Picture 5" descr="21"/>
          <p:cNvPicPr/>
          <p:nvPr/>
        </p:nvPicPr>
        <p:blipFill>
          <a:blip r:embed="rId2"/>
          <a:stretch/>
        </p:blipFill>
        <p:spPr bwMode="auto">
          <a:xfrm>
            <a:off x="1523880" y="1270080"/>
            <a:ext cx="6096240" cy="38304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 advClick="1">
        <p:cover dir="rd"/>
      </p:transition>
    </mc:Choice>
    <mc:Fallback>
      <p:transition spd="med" advClick="1">
        <p:cover dir="rd"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TextShape 1"/>
          <p:cNvSpPr txBox="1"/>
          <p:nvPr/>
        </p:nvSpPr>
        <p:spPr bwMode="auto">
          <a:xfrm>
            <a:off x="468000" y="333360"/>
            <a:ext cx="8351640" cy="619128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p>
            <a:pPr marL="342720" indent="-342720" algn="ctr"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3200" b="1" strike="noStrike" spc="-1">
                <a:solidFill>
                  <a:srgbClr val="000000"/>
                </a:solidFill>
                <a:latin typeface="Calibri"/>
              </a:rPr>
              <a:t>Управление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342720" indent="-342720" algn="just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Если слева от пункта главного меню находится треугольник, то при выборе данного пункта вы попадете в соответствующий раздел BIOS 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342720" indent="-342720" algn="just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Если, находясь в главном меню, вы нажмете клавишу </a:t>
            </a:r>
            <a:r>
              <a:rPr lang="ru-RU" sz="3200" b="1" strike="noStrike" spc="-1">
                <a:solidFill>
                  <a:srgbClr val="000000"/>
                </a:solidFill>
                <a:latin typeface="Calibri"/>
              </a:rPr>
              <a:t>F10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, вам будет предложено сохранить произведенные изменения и выйти из BIOS Setup. 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342720" indent="-342720" algn="just">
              <a:lnSpc>
                <a:spcPct val="90000"/>
              </a:lnSpc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Нажатие </a:t>
            </a:r>
            <a:r>
              <a:rPr lang="ru-RU" sz="3200" b="1" strike="noStrike" spc="-1">
                <a:solidFill>
                  <a:srgbClr val="000000"/>
                </a:solidFill>
                <a:latin typeface="Calibri"/>
              </a:rPr>
              <a:t>Esc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 в главном меню — отказ от сохранения изменений и выход из BIOS Setup.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342720" indent="-342720">
              <a:lnSpc>
                <a:spcPct val="90000"/>
              </a:lnSpc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 advClick="1">
        <p:cover dir="rd"/>
      </p:transition>
    </mc:Choice>
    <mc:Fallback>
      <p:transition spd="med" advClick="1">
        <p:cover dir="rd"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" name="CustomShape 1"/>
          <p:cNvSpPr/>
          <p:nvPr/>
        </p:nvSpPr>
        <p:spPr bwMode="auto">
          <a:xfrm>
            <a:off x="250920" y="189000"/>
            <a:ext cx="8642160" cy="60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TextShape 2"/>
          <p:cNvSpPr txBox="1"/>
          <p:nvPr/>
        </p:nvSpPr>
        <p:spPr bwMode="auto"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</a:rPr>
              <a:t>Сброс настроек </a:t>
            </a: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BIOS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55" name="Picture 13" descr="1352729266_bios-load-setup-defaults"/>
          <p:cNvPicPr/>
          <p:nvPr/>
        </p:nvPicPr>
        <p:blipFill>
          <a:blip r:embed="rId2"/>
          <a:stretch/>
        </p:blipFill>
        <p:spPr bwMode="auto">
          <a:xfrm>
            <a:off x="684360" y="1341360"/>
            <a:ext cx="7632720" cy="50878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 advClick="1">
        <p:cover dir="rd"/>
      </p:transition>
    </mc:Choice>
    <mc:Fallback>
      <p:transition spd="med" advClick="1">
        <p:cover dir="rd"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" name="CustomShape 1"/>
          <p:cNvSpPr/>
          <p:nvPr/>
        </p:nvSpPr>
        <p:spPr bwMode="auto">
          <a:xfrm>
            <a:off x="250920" y="189000"/>
            <a:ext cx="8642160" cy="60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TextShape 2"/>
          <p:cNvSpPr txBox="1"/>
          <p:nvPr/>
        </p:nvSpPr>
        <p:spPr bwMode="auto"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</a:rPr>
              <a:t>Сброс настроек </a:t>
            </a: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BIOS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58" name="Picture 6" descr="Джампер очистки содержимого CMOS-памяти рядом с батарейкой"/>
          <p:cNvPicPr/>
          <p:nvPr/>
        </p:nvPicPr>
        <p:blipFill>
          <a:blip r:embed="rId2"/>
          <a:stretch/>
        </p:blipFill>
        <p:spPr bwMode="auto">
          <a:xfrm>
            <a:off x="179280" y="1268280"/>
            <a:ext cx="8604360" cy="53769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 advClick="1">
        <p:cover dir="rd"/>
      </p:transition>
    </mc:Choice>
    <mc:Fallback>
      <p:transition spd="med" advClick="1">
        <p:cover dir="rd"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9" name="CustomShape 1"/>
          <p:cNvSpPr/>
          <p:nvPr/>
        </p:nvSpPr>
        <p:spPr bwMode="auto">
          <a:xfrm>
            <a:off x="250920" y="189000"/>
            <a:ext cx="8642160" cy="60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TextShape 2"/>
          <p:cNvSpPr txBox="1"/>
          <p:nvPr/>
        </p:nvSpPr>
        <p:spPr bwMode="auto"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</a:rPr>
              <a:t>Сброс настроек </a:t>
            </a: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BIOS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61" name="Picture 10" descr="lLWJjZmQt"/>
          <p:cNvPicPr/>
          <p:nvPr/>
        </p:nvPicPr>
        <p:blipFill>
          <a:blip r:embed="rId2"/>
          <a:stretch/>
        </p:blipFill>
        <p:spPr bwMode="auto">
          <a:xfrm>
            <a:off x="395280" y="1467000"/>
            <a:ext cx="8496360" cy="49147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 advClick="1">
        <p:cover dir="rd"/>
      </p:transition>
    </mc:Choice>
    <mc:Fallback>
      <p:transition spd="med" advClick="1">
        <p:cover dir="rd"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2" name="CustomShape 1"/>
          <p:cNvSpPr/>
          <p:nvPr/>
        </p:nvSpPr>
        <p:spPr bwMode="auto">
          <a:xfrm>
            <a:off x="250920" y="189000"/>
            <a:ext cx="8642160" cy="60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TextShape 2"/>
          <p:cNvSpPr txBox="1"/>
          <p:nvPr/>
        </p:nvSpPr>
        <p:spPr bwMode="auto"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</a:rPr>
              <a:t>Сброс настроек </a:t>
            </a: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BIOS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64" name="Picture 9" descr="75280463-2_1"/>
          <p:cNvPicPr/>
          <p:nvPr/>
        </p:nvPicPr>
        <p:blipFill>
          <a:blip r:embed="rId2"/>
          <a:stretch/>
        </p:blipFill>
        <p:spPr bwMode="auto">
          <a:xfrm>
            <a:off x="1835280" y="1628640"/>
            <a:ext cx="6192720" cy="46515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 advClick="1">
        <p:cover dir="rd"/>
      </p:transition>
    </mc:Choice>
    <mc:Fallback>
      <p:transition spd="med" advClick="1">
        <p:cover dir="rd"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" name="CustomShape 1"/>
          <p:cNvSpPr/>
          <p:nvPr/>
        </p:nvSpPr>
        <p:spPr bwMode="auto">
          <a:xfrm>
            <a:off x="250920" y="189000"/>
            <a:ext cx="8642160" cy="60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TextShape 2"/>
          <p:cNvSpPr txBox="1"/>
          <p:nvPr/>
        </p:nvSpPr>
        <p:spPr bwMode="auto"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</a:rPr>
              <a:t>Сброс настроек </a:t>
            </a: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BIOS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67" name="Picture 5" descr="%D0%BA%D0%B0%D0%BA-%D1%81%D0%B1%D1%80%D0%BE%D1%81%D0%B8%D1%82%D1%8C-%D0%BD%D0%B0%D1%81%D1%82%D1%80%D0%BE%D0%B9%D0%BA%D0%B8-BIOS"/>
          <p:cNvPicPr/>
          <p:nvPr/>
        </p:nvPicPr>
        <p:blipFill>
          <a:blip r:embed="rId2"/>
          <a:stretch/>
        </p:blipFill>
        <p:spPr bwMode="auto">
          <a:xfrm>
            <a:off x="1979640" y="1341360"/>
            <a:ext cx="5110200" cy="4322880"/>
          </a:xfrm>
          <a:prstGeom prst="rect">
            <a:avLst/>
          </a:prstGeom>
          <a:ln w="0">
            <a:noFill/>
          </a:ln>
        </p:spPr>
      </p:pic>
      <p:sp>
        <p:nvSpPr>
          <p:cNvPr id="268" name="TextShape 3"/>
          <p:cNvSpPr txBox="1"/>
          <p:nvPr/>
        </p:nvSpPr>
        <p:spPr bwMode="auto">
          <a:xfrm>
            <a:off x="457200" y="5586120"/>
            <a:ext cx="8229600" cy="108252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p>
            <a:pPr marL="342720" indent="-342720" algn="ctr">
              <a:spcBef>
                <a:spcPts val="697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Если 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BIOS </a:t>
            </a: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после такого заработал – значит случилось чудо.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 advClick="1">
        <p:cover dir="rd"/>
      </p:transition>
    </mc:Choice>
    <mc:Fallback>
      <p:transition spd="med" advClick="1">
        <p:cover dir="rd"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" name="TextShape 1"/>
          <p:cNvSpPr txBox="1"/>
          <p:nvPr/>
        </p:nvSpPr>
        <p:spPr bwMode="auto"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</a:rPr>
              <a:t>Как обновить </a:t>
            </a: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BIOS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0" name="TextShape 2"/>
          <p:cNvSpPr txBox="1"/>
          <p:nvPr/>
        </p:nvSpPr>
        <p:spPr bwMode="auto"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1000"/>
          </a:bodyPr>
          <a:p>
            <a:pPr marL="609480" indent="-609480" algn="just"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	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	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Есть несколько способов обновить 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BIOS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: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609480" indent="-609480" algn="just">
              <a:spcBef>
                <a:spcPts val="799"/>
              </a:spcBef>
              <a:buClr>
                <a:srgbClr val="000000"/>
              </a:buClr>
              <a:buFont typeface="Calibri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Использовать утилиту встроенную в 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BIOS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 (на сегодняшний день пожалуй самый безопасный способ)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609480" indent="-609480" algn="just">
              <a:spcBef>
                <a:spcPts val="799"/>
              </a:spcBef>
              <a:buClr>
                <a:srgbClr val="000000"/>
              </a:buClr>
              <a:buFont typeface="Calibri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Использовать утилиту для обновления с дискеты.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609480" indent="-609480" algn="just">
              <a:spcBef>
                <a:spcPts val="799"/>
              </a:spcBef>
              <a:buClr>
                <a:srgbClr val="000000"/>
              </a:buClr>
              <a:buFont typeface="Calibri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Обновление из под операционной системы.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 advClick="1">
        <p:cover dir="rd"/>
      </p:transition>
    </mc:Choice>
    <mc:Fallback>
      <p:transition spd="med" advClick="1">
        <p:cover dir="rd"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1" name="TextShape 1"/>
          <p:cNvSpPr txBox="1"/>
          <p:nvPr/>
        </p:nvSpPr>
        <p:spPr bwMode="auto">
          <a:xfrm>
            <a:off x="457200" y="274680"/>
            <a:ext cx="8229600" cy="2217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4800" b="0" strike="noStrike" spc="-1">
                <a:solidFill>
                  <a:srgbClr val="000000"/>
                </a:solidFill>
                <a:latin typeface="Calibri"/>
              </a:rPr>
              <a:t>ASUS EZ Flash 2 </a:t>
            </a:r>
            <a:br>
              <a:rPr/>
            </a:br>
            <a:r>
              <a:rPr lang="ru-RU" sz="3000" b="0" strike="noStrike" spc="-1">
                <a:solidFill>
                  <a:srgbClr val="000000"/>
                </a:solidFill>
                <a:latin typeface="Calibri"/>
              </a:rPr>
              <a:t>(название вашей утилиты поищите </a:t>
            </a:r>
            <a:br>
              <a:rPr/>
            </a:br>
            <a:r>
              <a:rPr lang="ru-RU" sz="3000" b="0" strike="noStrike" spc="-1">
                <a:solidFill>
                  <a:srgbClr val="000000"/>
                </a:solidFill>
                <a:latin typeface="Calibri"/>
              </a:rPr>
              <a:t>в руководстве пользователя)</a:t>
            </a:r>
            <a:r>
              <a:rPr lang="ru-RU" sz="4000" b="0" strike="noStrike" spc="-1">
                <a:solidFill>
                  <a:srgbClr val="000000"/>
                </a:solidFill>
                <a:latin typeface="Calibri"/>
              </a:rPr>
              <a:t> 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72" name="Picture 5" descr=" Как обновить БИОС материнской платы"/>
          <p:cNvPicPr/>
          <p:nvPr/>
        </p:nvPicPr>
        <p:blipFill>
          <a:blip r:embed="rId2"/>
          <a:srcRect l="0" t="0" r="15382" b="36345"/>
          <a:stretch/>
        </p:blipFill>
        <p:spPr bwMode="auto">
          <a:xfrm>
            <a:off x="468360" y="2565360"/>
            <a:ext cx="8424720" cy="35989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 advClick="1">
        <p:cover dir="rd"/>
      </p:transition>
    </mc:Choice>
    <mc:Fallback>
      <p:transition spd="med" advClick="1">
        <p:cover dir="rd"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" name="TextShape 1"/>
          <p:cNvSpPr txBox="1"/>
          <p:nvPr/>
        </p:nvSpPr>
        <p:spPr bwMode="auto"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4400" b="0" strike="noStrike" spc="-1">
                <a:solidFill>
                  <a:srgbClr val="E7300B"/>
                </a:solidFill>
                <a:latin typeface="Calibri"/>
              </a:rPr>
              <a:t>Внимание!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4" name="TextShape 2"/>
          <p:cNvSpPr txBox="1"/>
          <p:nvPr/>
        </p:nvSpPr>
        <p:spPr bwMode="auto"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p>
            <a:pPr marL="342720" indent="-342720" algn="ctr">
              <a:spcBef>
                <a:spcPts val="998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4000" b="0" strike="noStrike" spc="-1">
                <a:solidFill>
                  <a:srgbClr val="000000"/>
                </a:solidFill>
                <a:latin typeface="Calibri"/>
              </a:rPr>
              <a:t>   </a:t>
            </a: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 </a:t>
            </a:r>
            <a:r>
              <a:rPr lang="ru-RU" sz="4000" b="0" strike="noStrike" spc="-1">
                <a:solidFill>
                  <a:srgbClr val="000000"/>
                </a:solidFill>
                <a:latin typeface="Calibri"/>
              </a:rPr>
              <a:t>В процессе перепрошивки вам будет предложено </a:t>
            </a:r>
            <a:r>
              <a:rPr lang="ru-RU" sz="4000" b="0" strike="noStrike" spc="-1">
                <a:solidFill>
                  <a:srgbClr val="E7300B"/>
                </a:solidFill>
                <a:latin typeface="Calibri"/>
              </a:rPr>
              <a:t>сохранить старую версию</a:t>
            </a: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 BIOS </a:t>
            </a:r>
            <a:r>
              <a:rPr lang="ru-RU" sz="4000" b="0" strike="noStrike" spc="-1">
                <a:solidFill>
                  <a:srgbClr val="000000"/>
                </a:solidFill>
                <a:latin typeface="Calibri"/>
              </a:rPr>
              <a:t>для возможности восстановить</a:t>
            </a: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 BIOS</a:t>
            </a:r>
            <a:r>
              <a:rPr lang="ru-RU" sz="4000" b="0" strike="noStrike" spc="-1">
                <a:solidFill>
                  <a:srgbClr val="000000"/>
                </a:solidFill>
                <a:latin typeface="Calibri"/>
              </a:rPr>
              <a:t>,</a:t>
            </a: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 </a:t>
            </a:r>
            <a:r>
              <a:rPr lang="ru-RU" sz="4000" b="0" strike="noStrike" spc="-1">
                <a:solidFill>
                  <a:srgbClr val="E7300B"/>
                </a:solidFill>
                <a:latin typeface="Calibri"/>
              </a:rPr>
              <a:t>сохраните</a:t>
            </a:r>
            <a:r>
              <a:rPr lang="ru-RU" sz="4000" b="0" strike="noStrike" spc="-1">
                <a:solidFill>
                  <a:srgbClr val="000000"/>
                </a:solidFill>
                <a:latin typeface="Calibri"/>
              </a:rPr>
              <a:t> старую версию</a:t>
            </a: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 BIOS </a:t>
            </a:r>
            <a:r>
              <a:rPr lang="ru-RU" sz="4000" b="0" strike="noStrike" spc="-1">
                <a:solidFill>
                  <a:srgbClr val="000000"/>
                </a:solidFill>
                <a:latin typeface="Calibri"/>
              </a:rPr>
              <a:t>в этот файл. 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 advClick="1">
        <p:cover dir="rd"/>
      </p:transition>
    </mc:Choice>
    <mc:Fallback>
      <p:transition spd="med" advClick="1">
        <p:cover dir="rd"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5" name="TextShape 1"/>
          <p:cNvSpPr txBox="1"/>
          <p:nvPr/>
        </p:nvSpPr>
        <p:spPr bwMode="auto"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</a:rPr>
              <a:t>Советы при перепрошивке: 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6" name="TextShape 2"/>
          <p:cNvSpPr txBox="1"/>
          <p:nvPr/>
        </p:nvSpPr>
        <p:spPr bwMode="auto">
          <a:xfrm>
            <a:off x="457200" y="1268280"/>
            <a:ext cx="8229600" cy="532944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p>
            <a:pPr marL="609480" indent="-609480" algn="just">
              <a:lnSpc>
                <a:spcPct val="90000"/>
              </a:lnSpc>
              <a:spcBef>
                <a:spcPts val="799"/>
              </a:spcBef>
              <a:buClr>
                <a:srgbClr val="000000"/>
              </a:buClr>
              <a:buFont typeface="Calibri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Обязательно создайте резервную копию BIOS, если что-то пойдёт не так, возвращайте старую версию, не задумываясь.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609480" indent="-609480" algn="just">
              <a:lnSpc>
                <a:spcPct val="90000"/>
              </a:lnSpc>
              <a:spcBef>
                <a:spcPts val="799"/>
              </a:spcBef>
              <a:buClr>
                <a:srgbClr val="000000"/>
              </a:buClr>
              <a:buFont typeface="Calibri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Перепрошивая BIOS на ноутбуке, подключите его в сеть.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609480" indent="-609480" algn="just">
              <a:lnSpc>
                <a:spcPct val="90000"/>
              </a:lnSpc>
              <a:spcBef>
                <a:spcPts val="799"/>
              </a:spcBef>
              <a:buClr>
                <a:srgbClr val="000000"/>
              </a:buClr>
              <a:buFont typeface="Calibri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Перед загрузкой новой версии BIOS, внимательно ознакомьтесь с изменениями, если они вашей проблемы не решают, то лучше BIOS не пере прошивать.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 advClick="1">
        <p:cover dir="rd"/>
      </p:transition>
    </mc:Choice>
    <mc:Fallback>
      <p:transition spd="med" advClick="1">
        <p:cover dir="rd"/>
      </p:transition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_rels/theme4.xml.rels><?xml version="1.0" encoding="UTF-8" standalone="yes"?><Relationships xmlns="http://schemas.openxmlformats.org/package/2006/relationships"></Relationships>
</file>

<file path=ppt/theme/_rels/theme5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4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5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R7-Office/7.2.0.134</Application>
  <DocSecurity>0</DocSecurity>
  <PresentationFormat/>
  <Paragraphs>0</Paragraphs>
  <Slides>33</Slides>
  <Notes>33</Notes>
  <HiddenSlides>0</HiddenSlides>
  <MMClips>2</MMClips>
  <ScaleCrop>0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Theme 1</vt:lpstr>
      <vt:lpstr>Theme 2</vt:lpstr>
      <vt:lpstr>Theme 3</vt:lpstr>
      <vt:lpstr>Theme 4</vt:lpstr>
      <vt:lpstr>Theme 5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Установка параметров BIOS</dc:title>
  <dc:subject/>
  <dc:creator>User</dc:creator>
  <cp:keywords/>
  <dc:description/>
  <dc:identifier/>
  <dc:language>en-US</dc:language>
  <cp:lastModifiedBy>Даниил Щур</cp:lastModifiedBy>
  <cp:revision>38</cp:revision>
  <dcterms:created xsi:type="dcterms:W3CDTF">2011-01-18T19:49:54Z</dcterms:created>
  <dcterms:modified xsi:type="dcterms:W3CDTF">2023-03-18T08:05:47Z</dcterms:modified>
  <cp:category/>
  <cp:contentStatus/>
  <cp:version/>
</cp:coreProperties>
</file>